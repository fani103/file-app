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59" r:id="rId4"/>
    <p:sldId id="260" r:id="rId5"/>
    <p:sldId id="261" r:id="rId6"/>
    <p:sldId id="262" r:id="rId7"/>
    <p:sldId id="274" r:id="rId8"/>
    <p:sldId id="263" r:id="rId9"/>
    <p:sldId id="264" r:id="rId10"/>
    <p:sldId id="265" r:id="rId11"/>
    <p:sldId id="266" r:id="rId12"/>
    <p:sldId id="267" r:id="rId13"/>
    <p:sldId id="268" r:id="rId14"/>
    <p:sldId id="275" r:id="rId15"/>
    <p:sldId id="276" r:id="rId16"/>
    <p:sldId id="280" r:id="rId17"/>
    <p:sldId id="277" r:id="rId18"/>
    <p:sldId id="279" r:id="rId19"/>
    <p:sldId id="269" r:id="rId20"/>
    <p:sldId id="270" r:id="rId21"/>
    <p:sldId id="271" r:id="rId22"/>
    <p:sldId id="272" r:id="rId23"/>
    <p:sldId id="273"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85F135-876C-40A3-8050-1BBD30775F69}" v="74" dt="2026-02-18T15:56:53.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99" autoAdjust="0"/>
    <p:restoredTop sz="95033" autoAdjust="0"/>
  </p:normalViewPr>
  <p:slideViewPr>
    <p:cSldViewPr snapToGrid="0">
      <p:cViewPr varScale="1">
        <p:scale>
          <a:sx n="75" d="100"/>
          <a:sy n="75" d="100"/>
        </p:scale>
        <p:origin x="77"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ya Pavan Kumar" userId="1842ee6d4b849cb9" providerId="LiveId" clId="{1D5AAF36-203F-45AC-B54C-B99A8DBB16B4}"/>
    <pc:docChg chg="undo redo custSel modSld sldOrd">
      <pc:chgData name="Boya Pavan Kumar" userId="1842ee6d4b849cb9" providerId="LiveId" clId="{1D5AAF36-203F-45AC-B54C-B99A8DBB16B4}" dt="2026-02-18T15:58:49.516" v="1919" actId="20577"/>
      <pc:docMkLst>
        <pc:docMk/>
      </pc:docMkLst>
      <pc:sldChg chg="modSp mod">
        <pc:chgData name="Boya Pavan Kumar" userId="1842ee6d4b849cb9" providerId="LiveId" clId="{1D5AAF36-203F-45AC-B54C-B99A8DBB16B4}" dt="2026-02-18T15:58:49.516" v="1919" actId="20577"/>
        <pc:sldMkLst>
          <pc:docMk/>
          <pc:sldMk cId="2787503685" sldId="257"/>
        </pc:sldMkLst>
        <pc:spChg chg="mod">
          <ac:chgData name="Boya Pavan Kumar" userId="1842ee6d4b849cb9" providerId="LiveId" clId="{1D5AAF36-203F-45AC-B54C-B99A8DBB16B4}" dt="2026-02-05T08:46:08.923" v="1807" actId="2711"/>
          <ac:spMkLst>
            <pc:docMk/>
            <pc:sldMk cId="2787503685" sldId="257"/>
            <ac:spMk id="2" creationId="{22FFE2ED-0DF6-C43A-F4A4-7212FD01536F}"/>
          </ac:spMkLst>
        </pc:spChg>
        <pc:spChg chg="mod">
          <ac:chgData name="Boya Pavan Kumar" userId="1842ee6d4b849cb9" providerId="LiveId" clId="{1D5AAF36-203F-45AC-B54C-B99A8DBB16B4}" dt="2026-02-18T15:58:49.516" v="1919" actId="20577"/>
          <ac:spMkLst>
            <pc:docMk/>
            <pc:sldMk cId="2787503685" sldId="257"/>
            <ac:spMk id="3" creationId="{F6C344F2-5150-8FA1-409C-2C04ABB9D2C4}"/>
          </ac:spMkLst>
        </pc:spChg>
      </pc:sldChg>
      <pc:sldChg chg="addSp delSp modSp mod modClrScheme chgLayout">
        <pc:chgData name="Boya Pavan Kumar" userId="1842ee6d4b849cb9" providerId="LiveId" clId="{1D5AAF36-203F-45AC-B54C-B99A8DBB16B4}" dt="2026-02-05T08:47:57.099" v="1809" actId="2711"/>
        <pc:sldMkLst>
          <pc:docMk/>
          <pc:sldMk cId="53054024" sldId="258"/>
        </pc:sldMkLst>
        <pc:spChg chg="mod ord">
          <ac:chgData name="Boya Pavan Kumar" userId="1842ee6d4b849cb9" providerId="LiveId" clId="{1D5AAF36-203F-45AC-B54C-B99A8DBB16B4}" dt="2026-02-05T08:47:57.099" v="1809" actId="2711"/>
          <ac:spMkLst>
            <pc:docMk/>
            <pc:sldMk cId="53054024" sldId="258"/>
            <ac:spMk id="2" creationId="{D410F728-0FF1-2A71-21AA-5C16BB945BC5}"/>
          </ac:spMkLst>
        </pc:spChg>
        <pc:spChg chg="mod ord">
          <ac:chgData name="Boya Pavan Kumar" userId="1842ee6d4b849cb9" providerId="LiveId" clId="{1D5AAF36-203F-45AC-B54C-B99A8DBB16B4}" dt="2026-01-27T16:49:31.101" v="35" actId="20577"/>
          <ac:spMkLst>
            <pc:docMk/>
            <pc:sldMk cId="53054024" sldId="258"/>
            <ac:spMk id="3" creationId="{EEBD8D10-596C-98B1-996F-F9C8CE3DFB7F}"/>
          </ac:spMkLst>
        </pc:spChg>
      </pc:sldChg>
      <pc:sldChg chg="modSp mod">
        <pc:chgData name="Boya Pavan Kumar" userId="1842ee6d4b849cb9" providerId="LiveId" clId="{1D5AAF36-203F-45AC-B54C-B99A8DBB16B4}" dt="2026-02-05T08:48:49.032" v="1810" actId="2711"/>
        <pc:sldMkLst>
          <pc:docMk/>
          <pc:sldMk cId="1857924180" sldId="259"/>
        </pc:sldMkLst>
        <pc:spChg chg="mod">
          <ac:chgData name="Boya Pavan Kumar" userId="1842ee6d4b849cb9" providerId="LiveId" clId="{1D5AAF36-203F-45AC-B54C-B99A8DBB16B4}" dt="2026-02-05T08:48:49.032" v="1810" actId="2711"/>
          <ac:spMkLst>
            <pc:docMk/>
            <pc:sldMk cId="1857924180" sldId="259"/>
            <ac:spMk id="2" creationId="{16020BD0-C5A8-73F5-0C44-74CB6B117991}"/>
          </ac:spMkLst>
        </pc:spChg>
        <pc:spChg chg="mod">
          <ac:chgData name="Boya Pavan Kumar" userId="1842ee6d4b849cb9" providerId="LiveId" clId="{1D5AAF36-203F-45AC-B54C-B99A8DBB16B4}" dt="2026-01-27T16:59:15.615" v="463" actId="14100"/>
          <ac:spMkLst>
            <pc:docMk/>
            <pc:sldMk cId="1857924180" sldId="259"/>
            <ac:spMk id="3" creationId="{A3882002-ABA2-BC76-B675-7130AA5A5313}"/>
          </ac:spMkLst>
        </pc:spChg>
      </pc:sldChg>
      <pc:sldChg chg="modSp mod">
        <pc:chgData name="Boya Pavan Kumar" userId="1842ee6d4b849cb9" providerId="LiveId" clId="{1D5AAF36-203F-45AC-B54C-B99A8DBB16B4}" dt="2026-02-05T08:49:09.944" v="1811" actId="2711"/>
        <pc:sldMkLst>
          <pc:docMk/>
          <pc:sldMk cId="2897376284" sldId="260"/>
        </pc:sldMkLst>
        <pc:spChg chg="mod">
          <ac:chgData name="Boya Pavan Kumar" userId="1842ee6d4b849cb9" providerId="LiveId" clId="{1D5AAF36-203F-45AC-B54C-B99A8DBB16B4}" dt="2026-02-05T08:49:09.944" v="1811" actId="2711"/>
          <ac:spMkLst>
            <pc:docMk/>
            <pc:sldMk cId="2897376284" sldId="260"/>
            <ac:spMk id="2" creationId="{FEBA08D9-7B49-E5BF-CA17-00373E094ADF}"/>
          </ac:spMkLst>
        </pc:spChg>
        <pc:spChg chg="mod">
          <ac:chgData name="Boya Pavan Kumar" userId="1842ee6d4b849cb9" providerId="LiveId" clId="{1D5AAF36-203F-45AC-B54C-B99A8DBB16B4}" dt="2026-01-27T16:59:58.107" v="469" actId="20577"/>
          <ac:spMkLst>
            <pc:docMk/>
            <pc:sldMk cId="2897376284" sldId="260"/>
            <ac:spMk id="3" creationId="{CA4561E8-46B3-BE3E-5A51-34B6E00A7ED7}"/>
          </ac:spMkLst>
        </pc:spChg>
      </pc:sldChg>
      <pc:sldChg chg="modSp mod">
        <pc:chgData name="Boya Pavan Kumar" userId="1842ee6d4b849cb9" providerId="LiveId" clId="{1D5AAF36-203F-45AC-B54C-B99A8DBB16B4}" dt="2026-02-05T08:49:20.374" v="1812" actId="2711"/>
        <pc:sldMkLst>
          <pc:docMk/>
          <pc:sldMk cId="1190673796" sldId="261"/>
        </pc:sldMkLst>
        <pc:spChg chg="mod">
          <ac:chgData name="Boya Pavan Kumar" userId="1842ee6d4b849cb9" providerId="LiveId" clId="{1D5AAF36-203F-45AC-B54C-B99A8DBB16B4}" dt="2026-02-05T08:49:20.374" v="1812" actId="2711"/>
          <ac:spMkLst>
            <pc:docMk/>
            <pc:sldMk cId="1190673796" sldId="261"/>
            <ac:spMk id="2" creationId="{530E54F1-93F2-57B8-C736-571DAAC0402C}"/>
          </ac:spMkLst>
        </pc:spChg>
        <pc:spChg chg="mod">
          <ac:chgData name="Boya Pavan Kumar" userId="1842ee6d4b849cb9" providerId="LiveId" clId="{1D5AAF36-203F-45AC-B54C-B99A8DBB16B4}" dt="2026-01-27T17:16:27.762" v="721" actId="20577"/>
          <ac:spMkLst>
            <pc:docMk/>
            <pc:sldMk cId="1190673796" sldId="261"/>
            <ac:spMk id="3" creationId="{3E496534-6317-5413-89DF-025374D85CAE}"/>
          </ac:spMkLst>
        </pc:spChg>
      </pc:sldChg>
      <pc:sldChg chg="addSp delSp modSp mod">
        <pc:chgData name="Boya Pavan Kumar" userId="1842ee6d4b849cb9" providerId="LiveId" clId="{1D5AAF36-203F-45AC-B54C-B99A8DBB16B4}" dt="2026-02-05T08:53:47.827" v="1826" actId="14100"/>
        <pc:sldMkLst>
          <pc:docMk/>
          <pc:sldMk cId="1227716055" sldId="262"/>
        </pc:sldMkLst>
        <pc:spChg chg="mod">
          <ac:chgData name="Boya Pavan Kumar" userId="1842ee6d4b849cb9" providerId="LiveId" clId="{1D5AAF36-203F-45AC-B54C-B99A8DBB16B4}" dt="2026-02-05T08:53:34.304" v="1823" actId="14100"/>
          <ac:spMkLst>
            <pc:docMk/>
            <pc:sldMk cId="1227716055" sldId="262"/>
            <ac:spMk id="2" creationId="{0311609B-4AB9-C80C-892D-F29077C21DA8}"/>
          </ac:spMkLst>
        </pc:spChg>
        <pc:picChg chg="add mod">
          <ac:chgData name="Boya Pavan Kumar" userId="1842ee6d4b849cb9" providerId="LiveId" clId="{1D5AAF36-203F-45AC-B54C-B99A8DBB16B4}" dt="2026-02-05T08:53:47.827" v="1826" actId="14100"/>
          <ac:picMkLst>
            <pc:docMk/>
            <pc:sldMk cId="1227716055" sldId="262"/>
            <ac:picMk id="9" creationId="{CACD04B7-DE85-AAE3-A12F-E9EBF07C38B4}"/>
          </ac:picMkLst>
        </pc:picChg>
      </pc:sldChg>
      <pc:sldChg chg="modSp mod">
        <pc:chgData name="Boya Pavan Kumar" userId="1842ee6d4b849cb9" providerId="LiveId" clId="{1D5AAF36-203F-45AC-B54C-B99A8DBB16B4}" dt="2026-02-05T08:54:49.158" v="1828" actId="2711"/>
        <pc:sldMkLst>
          <pc:docMk/>
          <pc:sldMk cId="3144400139" sldId="263"/>
        </pc:sldMkLst>
        <pc:spChg chg="mod">
          <ac:chgData name="Boya Pavan Kumar" userId="1842ee6d4b849cb9" providerId="LiveId" clId="{1D5AAF36-203F-45AC-B54C-B99A8DBB16B4}" dt="2026-02-05T08:54:49.158" v="1828" actId="2711"/>
          <ac:spMkLst>
            <pc:docMk/>
            <pc:sldMk cId="3144400139" sldId="263"/>
            <ac:spMk id="2" creationId="{BC047237-42C3-81F0-0B7B-C35E732D452B}"/>
          </ac:spMkLst>
        </pc:spChg>
        <pc:spChg chg="mod">
          <ac:chgData name="Boya Pavan Kumar" userId="1842ee6d4b849cb9" providerId="LiveId" clId="{1D5AAF36-203F-45AC-B54C-B99A8DBB16B4}" dt="2026-01-27T17:45:03.050" v="1251" actId="20577"/>
          <ac:spMkLst>
            <pc:docMk/>
            <pc:sldMk cId="3144400139" sldId="263"/>
            <ac:spMk id="3" creationId="{2801AC1D-E4CF-250C-60DC-97EC03CA3EE6}"/>
          </ac:spMkLst>
        </pc:spChg>
      </pc:sldChg>
      <pc:sldChg chg="modSp mod">
        <pc:chgData name="Boya Pavan Kumar" userId="1842ee6d4b849cb9" providerId="LiveId" clId="{1D5AAF36-203F-45AC-B54C-B99A8DBB16B4}" dt="2026-02-05T08:55:05.577" v="1829" actId="2711"/>
        <pc:sldMkLst>
          <pc:docMk/>
          <pc:sldMk cId="1984531945" sldId="264"/>
        </pc:sldMkLst>
        <pc:spChg chg="mod">
          <ac:chgData name="Boya Pavan Kumar" userId="1842ee6d4b849cb9" providerId="LiveId" clId="{1D5AAF36-203F-45AC-B54C-B99A8DBB16B4}" dt="2026-02-05T08:55:05.577" v="1829" actId="2711"/>
          <ac:spMkLst>
            <pc:docMk/>
            <pc:sldMk cId="1984531945" sldId="264"/>
            <ac:spMk id="2" creationId="{9EEF220E-9FC0-40E4-72C1-C9EDCB9838A9}"/>
          </ac:spMkLst>
        </pc:spChg>
        <pc:spChg chg="mod">
          <ac:chgData name="Boya Pavan Kumar" userId="1842ee6d4b849cb9" providerId="LiveId" clId="{1D5AAF36-203F-45AC-B54C-B99A8DBB16B4}" dt="2026-01-27T17:45:58.102" v="1267" actId="20577"/>
          <ac:spMkLst>
            <pc:docMk/>
            <pc:sldMk cId="1984531945" sldId="264"/>
            <ac:spMk id="3" creationId="{B42615B7-B682-0AD6-EB8E-47EEDD8089B1}"/>
          </ac:spMkLst>
        </pc:spChg>
      </pc:sldChg>
      <pc:sldChg chg="addSp delSp modSp mod">
        <pc:chgData name="Boya Pavan Kumar" userId="1842ee6d4b849cb9" providerId="LiveId" clId="{1D5AAF36-203F-45AC-B54C-B99A8DBB16B4}" dt="2026-02-05T08:55:39.118" v="1830" actId="2711"/>
        <pc:sldMkLst>
          <pc:docMk/>
          <pc:sldMk cId="3709291729" sldId="265"/>
        </pc:sldMkLst>
        <pc:spChg chg="mod">
          <ac:chgData name="Boya Pavan Kumar" userId="1842ee6d4b849cb9" providerId="LiveId" clId="{1D5AAF36-203F-45AC-B54C-B99A8DBB16B4}" dt="2026-02-05T08:55:39.118" v="1830" actId="2711"/>
          <ac:spMkLst>
            <pc:docMk/>
            <pc:sldMk cId="3709291729" sldId="265"/>
            <ac:spMk id="2" creationId="{4ECE2AA5-B0B7-596A-655F-4E80189B6F44}"/>
          </ac:spMkLst>
        </pc:spChg>
        <pc:picChg chg="add mod">
          <ac:chgData name="Boya Pavan Kumar" userId="1842ee6d4b849cb9" providerId="LiveId" clId="{1D5AAF36-203F-45AC-B54C-B99A8DBB16B4}" dt="2026-01-28T13:47:19.389" v="1716" actId="1076"/>
          <ac:picMkLst>
            <pc:docMk/>
            <pc:sldMk cId="3709291729" sldId="265"/>
            <ac:picMk id="5" creationId="{4D31091B-6608-135F-2F80-BC393CD8022A}"/>
          </ac:picMkLst>
        </pc:picChg>
      </pc:sldChg>
      <pc:sldChg chg="modSp mod">
        <pc:chgData name="Boya Pavan Kumar" userId="1842ee6d4b849cb9" providerId="LiveId" clId="{1D5AAF36-203F-45AC-B54C-B99A8DBB16B4}" dt="2026-02-05T08:55:47.660" v="1831" actId="2711"/>
        <pc:sldMkLst>
          <pc:docMk/>
          <pc:sldMk cId="1348950380" sldId="266"/>
        </pc:sldMkLst>
        <pc:spChg chg="mod">
          <ac:chgData name="Boya Pavan Kumar" userId="1842ee6d4b849cb9" providerId="LiveId" clId="{1D5AAF36-203F-45AC-B54C-B99A8DBB16B4}" dt="2026-02-05T08:55:47.660" v="1831" actId="2711"/>
          <ac:spMkLst>
            <pc:docMk/>
            <pc:sldMk cId="1348950380" sldId="266"/>
            <ac:spMk id="2" creationId="{A1E4F57E-C9DF-0A5E-6335-18D6EC5AA17F}"/>
          </ac:spMkLst>
        </pc:spChg>
        <pc:spChg chg="mod">
          <ac:chgData name="Boya Pavan Kumar" userId="1842ee6d4b849cb9" providerId="LiveId" clId="{1D5AAF36-203F-45AC-B54C-B99A8DBB16B4}" dt="2026-01-28T12:35:28.036" v="1280" actId="20577"/>
          <ac:spMkLst>
            <pc:docMk/>
            <pc:sldMk cId="1348950380" sldId="266"/>
            <ac:spMk id="3" creationId="{16453586-55D7-E083-946D-4B1DB8DDE971}"/>
          </ac:spMkLst>
        </pc:spChg>
      </pc:sldChg>
      <pc:sldChg chg="modSp mod">
        <pc:chgData name="Boya Pavan Kumar" userId="1842ee6d4b849cb9" providerId="LiveId" clId="{1D5AAF36-203F-45AC-B54C-B99A8DBB16B4}" dt="2026-02-05T08:56:02.855" v="1832" actId="2711"/>
        <pc:sldMkLst>
          <pc:docMk/>
          <pc:sldMk cId="3288003571" sldId="267"/>
        </pc:sldMkLst>
        <pc:spChg chg="mod">
          <ac:chgData name="Boya Pavan Kumar" userId="1842ee6d4b849cb9" providerId="LiveId" clId="{1D5AAF36-203F-45AC-B54C-B99A8DBB16B4}" dt="2026-02-05T08:56:02.855" v="1832" actId="2711"/>
          <ac:spMkLst>
            <pc:docMk/>
            <pc:sldMk cId="3288003571" sldId="267"/>
            <ac:spMk id="2" creationId="{0365E261-FAA9-A2DC-9C89-801EFA33149D}"/>
          </ac:spMkLst>
        </pc:spChg>
        <pc:spChg chg="mod">
          <ac:chgData name="Boya Pavan Kumar" userId="1842ee6d4b849cb9" providerId="LiveId" clId="{1D5AAF36-203F-45AC-B54C-B99A8DBB16B4}" dt="2026-01-28T12:44:14.867" v="1334" actId="20577"/>
          <ac:spMkLst>
            <pc:docMk/>
            <pc:sldMk cId="3288003571" sldId="267"/>
            <ac:spMk id="3" creationId="{1DB90684-8007-4D21-7615-67B5C1008544}"/>
          </ac:spMkLst>
        </pc:spChg>
      </pc:sldChg>
      <pc:sldChg chg="modSp mod">
        <pc:chgData name="Boya Pavan Kumar" userId="1842ee6d4b849cb9" providerId="LiveId" clId="{1D5AAF36-203F-45AC-B54C-B99A8DBB16B4}" dt="2026-02-05T08:56:13.611" v="1833" actId="2711"/>
        <pc:sldMkLst>
          <pc:docMk/>
          <pc:sldMk cId="160589852" sldId="268"/>
        </pc:sldMkLst>
        <pc:spChg chg="mod">
          <ac:chgData name="Boya Pavan Kumar" userId="1842ee6d4b849cb9" providerId="LiveId" clId="{1D5AAF36-203F-45AC-B54C-B99A8DBB16B4}" dt="2026-02-05T08:56:13.611" v="1833" actId="2711"/>
          <ac:spMkLst>
            <pc:docMk/>
            <pc:sldMk cId="160589852" sldId="268"/>
            <ac:spMk id="2" creationId="{06242D3B-3E6C-D035-A39C-BCC74C6FD780}"/>
          </ac:spMkLst>
        </pc:spChg>
        <pc:spChg chg="mod">
          <ac:chgData name="Boya Pavan Kumar" userId="1842ee6d4b849cb9" providerId="LiveId" clId="{1D5AAF36-203F-45AC-B54C-B99A8DBB16B4}" dt="2026-01-28T12:47:46.478" v="1365" actId="20577"/>
          <ac:spMkLst>
            <pc:docMk/>
            <pc:sldMk cId="160589852" sldId="268"/>
            <ac:spMk id="3" creationId="{FB94A757-345C-CD15-3AAA-7E47AB633E45}"/>
          </ac:spMkLst>
        </pc:spChg>
      </pc:sldChg>
      <pc:sldChg chg="modSp mod">
        <pc:chgData name="Boya Pavan Kumar" userId="1842ee6d4b849cb9" providerId="LiveId" clId="{1D5AAF36-203F-45AC-B54C-B99A8DBB16B4}" dt="2026-02-18T15:54:56.488" v="1857" actId="20577"/>
        <pc:sldMkLst>
          <pc:docMk/>
          <pc:sldMk cId="916371441" sldId="269"/>
        </pc:sldMkLst>
        <pc:spChg chg="mod">
          <ac:chgData name="Boya Pavan Kumar" userId="1842ee6d4b849cb9" providerId="LiveId" clId="{1D5AAF36-203F-45AC-B54C-B99A8DBB16B4}" dt="2026-02-05T08:57:04.835" v="1839" actId="2711"/>
          <ac:spMkLst>
            <pc:docMk/>
            <pc:sldMk cId="916371441" sldId="269"/>
            <ac:spMk id="2" creationId="{6CE82F2B-5391-133B-6BF5-BEACA8CAB153}"/>
          </ac:spMkLst>
        </pc:spChg>
        <pc:spChg chg="mod">
          <ac:chgData name="Boya Pavan Kumar" userId="1842ee6d4b849cb9" providerId="LiveId" clId="{1D5AAF36-203F-45AC-B54C-B99A8DBB16B4}" dt="2026-02-18T15:54:56.488" v="1857" actId="20577"/>
          <ac:spMkLst>
            <pc:docMk/>
            <pc:sldMk cId="916371441" sldId="269"/>
            <ac:spMk id="3" creationId="{5A19CF12-C42E-0C2E-3EE6-170C9BBFB449}"/>
          </ac:spMkLst>
        </pc:spChg>
      </pc:sldChg>
      <pc:sldChg chg="modSp mod">
        <pc:chgData name="Boya Pavan Kumar" userId="1842ee6d4b849cb9" providerId="LiveId" clId="{1D5AAF36-203F-45AC-B54C-B99A8DBB16B4}" dt="2026-02-05T08:57:15.539" v="1840" actId="2711"/>
        <pc:sldMkLst>
          <pc:docMk/>
          <pc:sldMk cId="3243334823" sldId="270"/>
        </pc:sldMkLst>
        <pc:spChg chg="mod">
          <ac:chgData name="Boya Pavan Kumar" userId="1842ee6d4b849cb9" providerId="LiveId" clId="{1D5AAF36-203F-45AC-B54C-B99A8DBB16B4}" dt="2026-02-05T08:57:15.539" v="1840" actId="2711"/>
          <ac:spMkLst>
            <pc:docMk/>
            <pc:sldMk cId="3243334823" sldId="270"/>
            <ac:spMk id="2" creationId="{DA6E7EEE-BBEB-4607-B2D1-72AE7B5C4DDD}"/>
          </ac:spMkLst>
        </pc:spChg>
        <pc:spChg chg="mod">
          <ac:chgData name="Boya Pavan Kumar" userId="1842ee6d4b849cb9" providerId="LiveId" clId="{1D5AAF36-203F-45AC-B54C-B99A8DBB16B4}" dt="2026-01-28T13:34:03.789" v="1655" actId="5793"/>
          <ac:spMkLst>
            <pc:docMk/>
            <pc:sldMk cId="3243334823" sldId="270"/>
            <ac:spMk id="3" creationId="{FE611CA2-5EA5-E20F-E9AB-83DE5EE7D147}"/>
          </ac:spMkLst>
        </pc:spChg>
      </pc:sldChg>
      <pc:sldChg chg="modSp mod">
        <pc:chgData name="Boya Pavan Kumar" userId="1842ee6d4b849cb9" providerId="LiveId" clId="{1D5AAF36-203F-45AC-B54C-B99A8DBB16B4}" dt="2026-02-05T08:57:22.741" v="1841" actId="2711"/>
        <pc:sldMkLst>
          <pc:docMk/>
          <pc:sldMk cId="3504678084" sldId="271"/>
        </pc:sldMkLst>
        <pc:spChg chg="mod">
          <ac:chgData name="Boya Pavan Kumar" userId="1842ee6d4b849cb9" providerId="LiveId" clId="{1D5AAF36-203F-45AC-B54C-B99A8DBB16B4}" dt="2026-02-05T08:57:22.741" v="1841" actId="2711"/>
          <ac:spMkLst>
            <pc:docMk/>
            <pc:sldMk cId="3504678084" sldId="271"/>
            <ac:spMk id="2" creationId="{2275B9A4-90BA-E8E7-A9CA-1B46A315CD7E}"/>
          </ac:spMkLst>
        </pc:spChg>
        <pc:spChg chg="mod">
          <ac:chgData name="Boya Pavan Kumar" userId="1842ee6d4b849cb9" providerId="LiveId" clId="{1D5AAF36-203F-45AC-B54C-B99A8DBB16B4}" dt="2026-01-28T13:37:40.878" v="1664" actId="20577"/>
          <ac:spMkLst>
            <pc:docMk/>
            <pc:sldMk cId="3504678084" sldId="271"/>
            <ac:spMk id="3" creationId="{91C5622D-0208-64B8-9FDD-DE88C85593C3}"/>
          </ac:spMkLst>
        </pc:spChg>
      </pc:sldChg>
      <pc:sldChg chg="modSp mod">
        <pc:chgData name="Boya Pavan Kumar" userId="1842ee6d4b849cb9" providerId="LiveId" clId="{1D5AAF36-203F-45AC-B54C-B99A8DBB16B4}" dt="2026-02-05T08:57:29.930" v="1842" actId="2711"/>
        <pc:sldMkLst>
          <pc:docMk/>
          <pc:sldMk cId="1413146722" sldId="272"/>
        </pc:sldMkLst>
        <pc:spChg chg="mod">
          <ac:chgData name="Boya Pavan Kumar" userId="1842ee6d4b849cb9" providerId="LiveId" clId="{1D5AAF36-203F-45AC-B54C-B99A8DBB16B4}" dt="2026-02-05T08:57:29.930" v="1842" actId="2711"/>
          <ac:spMkLst>
            <pc:docMk/>
            <pc:sldMk cId="1413146722" sldId="272"/>
            <ac:spMk id="2" creationId="{ADA21D1D-4A48-80D4-B378-7290204E3B18}"/>
          </ac:spMkLst>
        </pc:spChg>
        <pc:spChg chg="mod">
          <ac:chgData name="Boya Pavan Kumar" userId="1842ee6d4b849cb9" providerId="LiveId" clId="{1D5AAF36-203F-45AC-B54C-B99A8DBB16B4}" dt="2026-01-28T13:38:27.049" v="1674" actId="20577"/>
          <ac:spMkLst>
            <pc:docMk/>
            <pc:sldMk cId="1413146722" sldId="272"/>
            <ac:spMk id="3" creationId="{7F9AD95F-D708-53BD-EC7B-B735ECAFBC7B}"/>
          </ac:spMkLst>
        </pc:spChg>
      </pc:sldChg>
      <pc:sldChg chg="modSp mod">
        <pc:chgData name="Boya Pavan Kumar" userId="1842ee6d4b849cb9" providerId="LiveId" clId="{1D5AAF36-203F-45AC-B54C-B99A8DBB16B4}" dt="2026-02-05T09:01:01.727" v="1855" actId="13926"/>
        <pc:sldMkLst>
          <pc:docMk/>
          <pc:sldMk cId="2117342155" sldId="273"/>
        </pc:sldMkLst>
        <pc:spChg chg="mod">
          <ac:chgData name="Boya Pavan Kumar" userId="1842ee6d4b849cb9" providerId="LiveId" clId="{1D5AAF36-203F-45AC-B54C-B99A8DBB16B4}" dt="2026-02-05T09:01:01.727" v="1855" actId="13926"/>
          <ac:spMkLst>
            <pc:docMk/>
            <pc:sldMk cId="2117342155" sldId="273"/>
            <ac:spMk id="2" creationId="{E1338659-B34C-D829-60F0-51D5071CAAB3}"/>
          </ac:spMkLst>
        </pc:spChg>
        <pc:spChg chg="mod">
          <ac:chgData name="Boya Pavan Kumar" userId="1842ee6d4b849cb9" providerId="LiveId" clId="{1D5AAF36-203F-45AC-B54C-B99A8DBB16B4}" dt="2026-02-05T09:00:28.458" v="1849"/>
          <ac:spMkLst>
            <pc:docMk/>
            <pc:sldMk cId="2117342155" sldId="273"/>
            <ac:spMk id="3" creationId="{3D71A8B2-65B9-150B-427D-9F66BF283CC9}"/>
          </ac:spMkLst>
        </pc:spChg>
      </pc:sldChg>
      <pc:sldChg chg="addSp modSp mod modClrScheme chgLayout">
        <pc:chgData name="Boya Pavan Kumar" userId="1842ee6d4b849cb9" providerId="LiveId" clId="{1D5AAF36-203F-45AC-B54C-B99A8DBB16B4}" dt="2026-02-18T15:58:17.476" v="1904" actId="20577"/>
        <pc:sldMkLst>
          <pc:docMk/>
          <pc:sldMk cId="1938102325" sldId="274"/>
        </pc:sldMkLst>
        <pc:spChg chg="mod ord">
          <ac:chgData name="Boya Pavan Kumar" userId="1842ee6d4b849cb9" providerId="LiveId" clId="{1D5AAF36-203F-45AC-B54C-B99A8DBB16B4}" dt="2026-02-05T08:54:26.880" v="1827" actId="2711"/>
          <ac:spMkLst>
            <pc:docMk/>
            <pc:sldMk cId="1938102325" sldId="274"/>
            <ac:spMk id="2" creationId="{0311609B-4AB9-C80C-892D-F29077C21DA8}"/>
          </ac:spMkLst>
        </pc:spChg>
        <pc:spChg chg="mod ord">
          <ac:chgData name="Boya Pavan Kumar" userId="1842ee6d4b849cb9" providerId="LiveId" clId="{1D5AAF36-203F-45AC-B54C-B99A8DBB16B4}" dt="2026-02-18T15:58:17.476" v="1904" actId="20577"/>
          <ac:spMkLst>
            <pc:docMk/>
            <pc:sldMk cId="1938102325" sldId="274"/>
            <ac:spMk id="3" creationId="{2067862B-245D-8EED-C8C3-372AD8533A98}"/>
          </ac:spMkLst>
        </pc:spChg>
        <pc:spChg chg="add mod ord">
          <ac:chgData name="Boya Pavan Kumar" userId="1842ee6d4b849cb9" providerId="LiveId" clId="{1D5AAF36-203F-45AC-B54C-B99A8DBB16B4}" dt="2026-02-18T15:58:02.547" v="1898" actId="12"/>
          <ac:spMkLst>
            <pc:docMk/>
            <pc:sldMk cId="1938102325" sldId="274"/>
            <ac:spMk id="4" creationId="{E3C9C91E-FE72-FA4D-CEBA-98BB052E9F58}"/>
          </ac:spMkLst>
        </pc:spChg>
      </pc:sldChg>
      <pc:sldChg chg="modSp mod ord">
        <pc:chgData name="Boya Pavan Kumar" userId="1842ee6d4b849cb9" providerId="LiveId" clId="{1D5AAF36-203F-45AC-B54C-B99A8DBB16B4}" dt="2026-02-18T15:55:54.125" v="1870" actId="20577"/>
        <pc:sldMkLst>
          <pc:docMk/>
          <pc:sldMk cId="1142613764" sldId="275"/>
        </pc:sldMkLst>
        <pc:spChg chg="mod">
          <ac:chgData name="Boya Pavan Kumar" userId="1842ee6d4b849cb9" providerId="LiveId" clId="{1D5AAF36-203F-45AC-B54C-B99A8DBB16B4}" dt="2026-02-05T08:56:21.536" v="1834" actId="2711"/>
          <ac:spMkLst>
            <pc:docMk/>
            <pc:sldMk cId="1142613764" sldId="275"/>
            <ac:spMk id="2" creationId="{06242D3B-3E6C-D035-A39C-BCC74C6FD780}"/>
          </ac:spMkLst>
        </pc:spChg>
        <pc:spChg chg="mod">
          <ac:chgData name="Boya Pavan Kumar" userId="1842ee6d4b849cb9" providerId="LiveId" clId="{1D5AAF36-203F-45AC-B54C-B99A8DBB16B4}" dt="2026-02-18T15:55:54.125" v="1870" actId="20577"/>
          <ac:spMkLst>
            <pc:docMk/>
            <pc:sldMk cId="1142613764" sldId="275"/>
            <ac:spMk id="3" creationId="{FB94A757-345C-CD15-3AAA-7E47AB633E45}"/>
          </ac:spMkLst>
        </pc:spChg>
      </pc:sldChg>
      <pc:sldChg chg="addSp delSp modSp mod modClrScheme chgLayout">
        <pc:chgData name="Boya Pavan Kumar" userId="1842ee6d4b849cb9" providerId="LiveId" clId="{1D5AAF36-203F-45AC-B54C-B99A8DBB16B4}" dt="2026-02-05T08:56:29.548" v="1835" actId="2711"/>
        <pc:sldMkLst>
          <pc:docMk/>
          <pc:sldMk cId="1543435296" sldId="276"/>
        </pc:sldMkLst>
        <pc:spChg chg="mod ord">
          <ac:chgData name="Boya Pavan Kumar" userId="1842ee6d4b849cb9" providerId="LiveId" clId="{1D5AAF36-203F-45AC-B54C-B99A8DBB16B4}" dt="2026-02-05T08:56:29.548" v="1835" actId="2711"/>
          <ac:spMkLst>
            <pc:docMk/>
            <pc:sldMk cId="1543435296" sldId="276"/>
            <ac:spMk id="2" creationId="{06242D3B-3E6C-D035-A39C-BCC74C6FD780}"/>
          </ac:spMkLst>
        </pc:spChg>
        <pc:spChg chg="add mod ord">
          <ac:chgData name="Boya Pavan Kumar" userId="1842ee6d4b849cb9" providerId="LiveId" clId="{1D5AAF36-203F-45AC-B54C-B99A8DBB16B4}" dt="2026-01-28T13:13:37.090" v="1438" actId="20577"/>
          <ac:spMkLst>
            <pc:docMk/>
            <pc:sldMk cId="1543435296" sldId="276"/>
            <ac:spMk id="6" creationId="{64ED3BFC-965F-6E86-8C6F-AE26295A959B}"/>
          </ac:spMkLst>
        </pc:spChg>
        <pc:spChg chg="add mod ord">
          <ac:chgData name="Boya Pavan Kumar" userId="1842ee6d4b849cb9" providerId="LiveId" clId="{1D5AAF36-203F-45AC-B54C-B99A8DBB16B4}" dt="2026-01-28T13:13:47.126" v="1440" actId="20577"/>
          <ac:spMkLst>
            <pc:docMk/>
            <pc:sldMk cId="1543435296" sldId="276"/>
            <ac:spMk id="7" creationId="{1AB448CC-CBF4-104E-3ADB-37087487D541}"/>
          </ac:spMkLst>
        </pc:spChg>
        <pc:picChg chg="add mod ord">
          <ac:chgData name="Boya Pavan Kumar" userId="1842ee6d4b849cb9" providerId="LiveId" clId="{1D5AAF36-203F-45AC-B54C-B99A8DBB16B4}" dt="2026-01-28T13:13:31.336" v="1433" actId="1076"/>
          <ac:picMkLst>
            <pc:docMk/>
            <pc:sldMk cId="1543435296" sldId="276"/>
            <ac:picMk id="5" creationId="{342DE361-2955-9BF7-28D2-F6FF4FF2E430}"/>
          </ac:picMkLst>
        </pc:picChg>
        <pc:picChg chg="add mod">
          <ac:chgData name="Boya Pavan Kumar" userId="1842ee6d4b849cb9" providerId="LiveId" clId="{1D5AAF36-203F-45AC-B54C-B99A8DBB16B4}" dt="2026-01-28T13:09:23.249" v="1421" actId="1076"/>
          <ac:picMkLst>
            <pc:docMk/>
            <pc:sldMk cId="1543435296" sldId="276"/>
            <ac:picMk id="10" creationId="{0DDCB294-C34E-51BE-1E0B-78D3366912FE}"/>
          </ac:picMkLst>
        </pc:picChg>
      </pc:sldChg>
      <pc:sldChg chg="addSp delSp modSp mod">
        <pc:chgData name="Boya Pavan Kumar" userId="1842ee6d4b849cb9" providerId="LiveId" clId="{1D5AAF36-203F-45AC-B54C-B99A8DBB16B4}" dt="2026-02-18T15:55:41.238" v="1868" actId="14100"/>
        <pc:sldMkLst>
          <pc:docMk/>
          <pc:sldMk cId="1022028489" sldId="277"/>
        </pc:sldMkLst>
        <pc:spChg chg="mod">
          <ac:chgData name="Boya Pavan Kumar" userId="1842ee6d4b849cb9" providerId="LiveId" clId="{1D5AAF36-203F-45AC-B54C-B99A8DBB16B4}" dt="2026-02-18T15:55:34.911" v="1866" actId="14100"/>
          <ac:spMkLst>
            <pc:docMk/>
            <pc:sldMk cId="1022028489" sldId="277"/>
            <ac:spMk id="2" creationId="{06242D3B-3E6C-D035-A39C-BCC74C6FD780}"/>
          </ac:spMkLst>
        </pc:spChg>
        <pc:picChg chg="add mod">
          <ac:chgData name="Boya Pavan Kumar" userId="1842ee6d4b849cb9" providerId="LiveId" clId="{1D5AAF36-203F-45AC-B54C-B99A8DBB16B4}" dt="2026-02-18T15:55:41.238" v="1868" actId="14100"/>
          <ac:picMkLst>
            <pc:docMk/>
            <pc:sldMk cId="1022028489" sldId="277"/>
            <ac:picMk id="11" creationId="{352DECE9-8008-5A3D-160D-892CB6A154EC}"/>
          </ac:picMkLst>
        </pc:picChg>
      </pc:sldChg>
      <pc:sldChg chg="addSp delSp modSp mod">
        <pc:chgData name="Boya Pavan Kumar" userId="1842ee6d4b849cb9" providerId="LiveId" clId="{1D5AAF36-203F-45AC-B54C-B99A8DBB16B4}" dt="2026-01-28T13:43:38.400" v="1709" actId="14100"/>
        <pc:sldMkLst>
          <pc:docMk/>
          <pc:sldMk cId="3894469706" sldId="278"/>
        </pc:sldMkLst>
        <pc:picChg chg="add mod ord">
          <ac:chgData name="Boya Pavan Kumar" userId="1842ee6d4b849cb9" providerId="LiveId" clId="{1D5AAF36-203F-45AC-B54C-B99A8DBB16B4}" dt="2026-01-28T13:43:38.400" v="1709" actId="14100"/>
          <ac:picMkLst>
            <pc:docMk/>
            <pc:sldMk cId="3894469706" sldId="278"/>
            <ac:picMk id="5" creationId="{E1591264-E15D-9D00-8600-644CF1301509}"/>
          </ac:picMkLst>
        </pc:picChg>
      </pc:sldChg>
      <pc:sldChg chg="addSp delSp modSp mod">
        <pc:chgData name="Boya Pavan Kumar" userId="1842ee6d4b849cb9" providerId="LiveId" clId="{1D5AAF36-203F-45AC-B54C-B99A8DBB16B4}" dt="2026-02-18T15:55:17.934" v="1862" actId="14100"/>
        <pc:sldMkLst>
          <pc:docMk/>
          <pc:sldMk cId="2603591483" sldId="279"/>
        </pc:sldMkLst>
        <pc:spChg chg="mod">
          <ac:chgData name="Boya Pavan Kumar" userId="1842ee6d4b849cb9" providerId="LiveId" clId="{1D5AAF36-203F-45AC-B54C-B99A8DBB16B4}" dt="2026-02-18T15:55:09.254" v="1860" actId="14100"/>
          <ac:spMkLst>
            <pc:docMk/>
            <pc:sldMk cId="2603591483" sldId="279"/>
            <ac:spMk id="2" creationId="{06242D3B-3E6C-D035-A39C-BCC74C6FD780}"/>
          </ac:spMkLst>
        </pc:spChg>
        <pc:picChg chg="add mod">
          <ac:chgData name="Boya Pavan Kumar" userId="1842ee6d4b849cb9" providerId="LiveId" clId="{1D5AAF36-203F-45AC-B54C-B99A8DBB16B4}" dt="2026-02-18T15:55:17.934" v="1862" actId="14100"/>
          <ac:picMkLst>
            <pc:docMk/>
            <pc:sldMk cId="2603591483" sldId="279"/>
            <ac:picMk id="5" creationId="{2108C631-71D8-3171-FEAC-E334241A2119}"/>
          </ac:picMkLst>
        </pc:picChg>
      </pc:sldChg>
      <pc:sldChg chg="addSp delSp modSp mod modClrScheme chgLayout">
        <pc:chgData name="Boya Pavan Kumar" userId="1842ee6d4b849cb9" providerId="LiveId" clId="{1D5AAF36-203F-45AC-B54C-B99A8DBB16B4}" dt="2026-02-05T08:56:38.663" v="1836" actId="2711"/>
        <pc:sldMkLst>
          <pc:docMk/>
          <pc:sldMk cId="3504088725" sldId="280"/>
        </pc:sldMkLst>
        <pc:spChg chg="mod ord">
          <ac:chgData name="Boya Pavan Kumar" userId="1842ee6d4b849cb9" providerId="LiveId" clId="{1D5AAF36-203F-45AC-B54C-B99A8DBB16B4}" dt="2026-02-05T08:56:38.663" v="1836" actId="2711"/>
          <ac:spMkLst>
            <pc:docMk/>
            <pc:sldMk cId="3504088725" sldId="280"/>
            <ac:spMk id="2" creationId="{06242D3B-3E6C-D035-A39C-BCC74C6FD780}"/>
          </ac:spMkLst>
        </pc:spChg>
        <pc:spChg chg="add mod ord">
          <ac:chgData name="Boya Pavan Kumar" userId="1842ee6d4b849cb9" providerId="LiveId" clId="{1D5AAF36-203F-45AC-B54C-B99A8DBB16B4}" dt="2026-01-28T13:22:40.605" v="1598" actId="113"/>
          <ac:spMkLst>
            <pc:docMk/>
            <pc:sldMk cId="3504088725" sldId="280"/>
            <ac:spMk id="6" creationId="{17BA8B14-7001-DD2D-DD14-72B682930D00}"/>
          </ac:spMkLst>
        </pc:spChg>
        <pc:spChg chg="add mod ord">
          <ac:chgData name="Boya Pavan Kumar" userId="1842ee6d4b849cb9" providerId="LiveId" clId="{1D5AAF36-203F-45AC-B54C-B99A8DBB16B4}" dt="2026-01-28T13:22:46.380" v="1600" actId="113"/>
          <ac:spMkLst>
            <pc:docMk/>
            <pc:sldMk cId="3504088725" sldId="280"/>
            <ac:spMk id="7" creationId="{A2E46F4F-3BF1-4E2E-C8B3-044B1CECA893}"/>
          </ac:spMkLst>
        </pc:spChg>
        <pc:picChg chg="add del mod ord">
          <ac:chgData name="Boya Pavan Kumar" userId="1842ee6d4b849cb9" providerId="LiveId" clId="{1D5AAF36-203F-45AC-B54C-B99A8DBB16B4}" dt="2026-01-28T13:22:21.136" v="1595" actId="1076"/>
          <ac:picMkLst>
            <pc:docMk/>
            <pc:sldMk cId="3504088725" sldId="280"/>
            <ac:picMk id="5" creationId="{8EEC2B46-09AD-7FB4-6A14-6DB033B3F0AB}"/>
          </ac:picMkLst>
        </pc:picChg>
        <pc:picChg chg="add mod ord modCrop">
          <ac:chgData name="Boya Pavan Kumar" userId="1842ee6d4b849cb9" providerId="LiveId" clId="{1D5AAF36-203F-45AC-B54C-B99A8DBB16B4}" dt="2026-01-28T13:19:33.027" v="1527" actId="1076"/>
          <ac:picMkLst>
            <pc:docMk/>
            <pc:sldMk cId="3504088725" sldId="280"/>
            <ac:picMk id="10" creationId="{1D7449AF-3B14-EB31-32ED-418813F49A2E}"/>
          </ac:picMkLst>
        </pc:picChg>
        <pc:picChg chg="add mod">
          <ac:chgData name="Boya Pavan Kumar" userId="1842ee6d4b849cb9" providerId="LiveId" clId="{1D5AAF36-203F-45AC-B54C-B99A8DBB16B4}" dt="2026-01-28T13:21:12.732" v="1544" actId="14100"/>
          <ac:picMkLst>
            <pc:docMk/>
            <pc:sldMk cId="3504088725" sldId="280"/>
            <ac:picMk id="14" creationId="{6E7996A3-775C-14C1-4645-580FEDBE791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FEDE5-4E29-45F6-82AC-E741BE3A4BF4}"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759EE-C988-4B9D-BD98-266D78643498}" type="slidenum">
              <a:rPr lang="en-IN" smtClean="0"/>
              <a:t>‹#›</a:t>
            </a:fld>
            <a:endParaRPr lang="en-IN"/>
          </a:p>
        </p:txBody>
      </p:sp>
    </p:spTree>
    <p:extLst>
      <p:ext uri="{BB962C8B-B14F-4D97-AF65-F5344CB8AC3E}">
        <p14:creationId xmlns:p14="http://schemas.microsoft.com/office/powerpoint/2010/main" val="113384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5759EE-C988-4B9D-BD98-266D78643498}" type="slidenum">
              <a:rPr lang="en-IN" smtClean="0"/>
              <a:t>2</a:t>
            </a:fld>
            <a:endParaRPr lang="en-IN"/>
          </a:p>
        </p:txBody>
      </p:sp>
    </p:spTree>
    <p:extLst>
      <p:ext uri="{BB962C8B-B14F-4D97-AF65-F5344CB8AC3E}">
        <p14:creationId xmlns:p14="http://schemas.microsoft.com/office/powerpoint/2010/main" val="2957290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7BEEA-9462-D506-E42D-D181E36EE0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A9509D-BB7A-A8F3-BCDB-8A5AC65329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BFCC09-2801-125B-AF8D-1E9475E9F798}"/>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2A8250DE-3A4B-1AE6-96A4-BE946D4E88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BDB990-B51A-C23E-9F68-6065CD2F85C8}"/>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704707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8165-A2E2-A166-830C-7666E8281C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04E69C-CFC1-68A5-1475-FF06D9C6B8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798EFD-D7E0-361E-3386-DAA6463A03E1}"/>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13562F31-210B-3694-F590-DF6B019D63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7A47D3-4DD5-6E6E-BF31-5A1BFFEEFC1D}"/>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1744076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60D3-6B8C-25A8-57AF-7D57CBF51D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12E8EE-FA8A-1C90-F021-05BC3F1B98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6FF919-73B0-6198-8014-1370B0F512F2}"/>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25E224AB-AD29-2A52-5BD3-001E6045C3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C842BE-8017-1DD5-7466-D978E5C725F7}"/>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1489080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D955-1EE7-0617-A55B-24ADEF2DE7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B59BE3-17A9-EC09-F36C-0AD728423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151F04-5C37-50F7-18C8-11CAFF715E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0FCBFB-F6E3-2B25-94F4-14B62DD1AED4}"/>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6" name="Footer Placeholder 5">
            <a:extLst>
              <a:ext uri="{FF2B5EF4-FFF2-40B4-BE49-F238E27FC236}">
                <a16:creationId xmlns:a16="http://schemas.microsoft.com/office/drawing/2014/main" id="{CB7F643B-1C92-EE1A-DC04-83BB14258F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C32520-ABD6-4D43-BD3F-C1B2B461BC7B}"/>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3656328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404A9-516E-76EC-FC6D-2C515F4126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AF25A4-2AF4-FAD4-B620-EB479CE78C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EBC805-329E-5314-4FE6-FCC0417ADE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61083E5-F8D0-79D7-647A-745479D3D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6901EB-C270-37A5-6BD8-3D77C08A40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03621-03D9-5467-1378-E228ACC65A0B}"/>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8" name="Footer Placeholder 7">
            <a:extLst>
              <a:ext uri="{FF2B5EF4-FFF2-40B4-BE49-F238E27FC236}">
                <a16:creationId xmlns:a16="http://schemas.microsoft.com/office/drawing/2014/main" id="{F12306F7-936F-D276-E1BA-AC7E50E3D8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B42C5C-4B07-674D-8FBD-43C0363B4BE2}"/>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4191949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66C55-2229-CEBB-7911-798A2206F1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AF3511-361E-B053-9AF1-7D34C6D5D8D8}"/>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4" name="Footer Placeholder 3">
            <a:extLst>
              <a:ext uri="{FF2B5EF4-FFF2-40B4-BE49-F238E27FC236}">
                <a16:creationId xmlns:a16="http://schemas.microsoft.com/office/drawing/2014/main" id="{D54174E0-0F4A-09CF-FD77-765BEB4B50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7F431A-0C9C-C501-CF2B-C5A85325B275}"/>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24347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BA10DB-8D75-FD62-6B4F-63F73F887A36}"/>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3" name="Footer Placeholder 2">
            <a:extLst>
              <a:ext uri="{FF2B5EF4-FFF2-40B4-BE49-F238E27FC236}">
                <a16:creationId xmlns:a16="http://schemas.microsoft.com/office/drawing/2014/main" id="{1FA56E68-E474-3A88-87CC-AD1B1300AC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97F173-DBEF-E8A3-1ABC-0F8CFBB26CA2}"/>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254751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F0C4-F1C1-4273-A141-355B4E2B0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DF6535-0730-71E4-3762-F6E65823E1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DD3C56-50D3-210D-4136-5C3C56A40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80398C-A07F-B817-8C3E-857E2B3782F4}"/>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6" name="Footer Placeholder 5">
            <a:extLst>
              <a:ext uri="{FF2B5EF4-FFF2-40B4-BE49-F238E27FC236}">
                <a16:creationId xmlns:a16="http://schemas.microsoft.com/office/drawing/2014/main" id="{5CCA14E8-07E0-16FA-DC7A-E90C9F0381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C9E338-8C77-2B1A-1477-21D85635A67F}"/>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640299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F74B-AFBA-2F68-CE44-316B6D08E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6DA3A-5402-FE65-48F9-4F949C11F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A1400E-E3E6-651B-3BA4-69A7C3223A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43BCFE-F339-6295-69B0-AC2E7BB86D21}"/>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6" name="Footer Placeholder 5">
            <a:extLst>
              <a:ext uri="{FF2B5EF4-FFF2-40B4-BE49-F238E27FC236}">
                <a16:creationId xmlns:a16="http://schemas.microsoft.com/office/drawing/2014/main" id="{E2DBFF11-5C49-32C5-9F91-FC7F71070A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98D98D-093F-F8DA-100E-AB333B603484}"/>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2926790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6B8DA-CE47-0934-1C8F-D9094DFEB4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4CAFA7-94BC-1FB1-C9F7-78B191837D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CD27FA-BE5B-D873-EB0A-F97984A35D91}"/>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4FFE8057-B361-1840-089B-3EA62C75AA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BF2548-EB7E-2C73-EFFC-22C16BBBF684}"/>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221998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95C67A-F17D-DDDA-A1B4-FC6AE4D097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C7F05F-2E80-479F-303B-7E8E9A7552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362DA-5326-9261-F0F5-C1F3FE55A80C}"/>
              </a:ext>
            </a:extLst>
          </p:cNvPr>
          <p:cNvSpPr>
            <a:spLocks noGrp="1"/>
          </p:cNvSpPr>
          <p:nvPr>
            <p:ph type="dt" sz="half" idx="10"/>
          </p:nvPr>
        </p:nvSpPr>
        <p:spPr/>
        <p:txBody>
          <a:body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A04C3757-7426-DEEA-1865-5E026D0224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3A1E60-9E70-8BA8-748C-6B2A5991EC51}"/>
              </a:ext>
            </a:extLst>
          </p:cNvPr>
          <p:cNvSpPr>
            <a:spLocks noGrp="1"/>
          </p:cNvSpPr>
          <p:nvPr>
            <p:ph type="sldNum" sz="quarter" idx="12"/>
          </p:nvPr>
        </p:nvSpPr>
        <p:spPr/>
        <p:txBody>
          <a:bodyPr/>
          <a:lstStyle/>
          <a:p>
            <a:fld id="{3B235601-7C7F-474B-844F-3A2C15B71505}" type="slidenum">
              <a:rPr lang="en-IN" smtClean="0"/>
              <a:t>‹#›</a:t>
            </a:fld>
            <a:endParaRPr lang="en-IN"/>
          </a:p>
        </p:txBody>
      </p:sp>
    </p:spTree>
    <p:extLst>
      <p:ext uri="{BB962C8B-B14F-4D97-AF65-F5344CB8AC3E}">
        <p14:creationId xmlns:p14="http://schemas.microsoft.com/office/powerpoint/2010/main" val="1175694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D1541-2499-9EAB-3715-1CC0E38EDE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4413FE-222A-C35E-444E-EFCB38B1CF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78D59A-7852-8E0E-5E3B-18238C340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313E4-5465-40C0-980E-A63446D94F6C}" type="datetimeFigureOut">
              <a:rPr lang="en-IN" smtClean="0"/>
              <a:t>18-02-2026</a:t>
            </a:fld>
            <a:endParaRPr lang="en-IN"/>
          </a:p>
        </p:txBody>
      </p:sp>
      <p:sp>
        <p:nvSpPr>
          <p:cNvPr id="5" name="Footer Placeholder 4">
            <a:extLst>
              <a:ext uri="{FF2B5EF4-FFF2-40B4-BE49-F238E27FC236}">
                <a16:creationId xmlns:a16="http://schemas.microsoft.com/office/drawing/2014/main" id="{63BF005D-7BE6-D0F6-0AEF-482997BED9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AC125BD-C8CA-6930-326F-6A5C4F1534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235601-7C7F-474B-844F-3A2C15B71505}" type="slidenum">
              <a:rPr lang="en-IN" smtClean="0"/>
              <a:t>‹#›</a:t>
            </a:fld>
            <a:endParaRPr lang="en-IN"/>
          </a:p>
        </p:txBody>
      </p:sp>
    </p:spTree>
    <p:extLst>
      <p:ext uri="{BB962C8B-B14F-4D97-AF65-F5344CB8AC3E}">
        <p14:creationId xmlns:p14="http://schemas.microsoft.com/office/powerpoint/2010/main" val="4129441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E2ED-0DF6-C43A-F4A4-7212FD01536F}"/>
              </a:ext>
            </a:extLst>
          </p:cNvPr>
          <p:cNvSpPr>
            <a:spLocks noGrp="1"/>
          </p:cNvSpPr>
          <p:nvPr>
            <p:ph type="title"/>
          </p:nvPr>
        </p:nvSpPr>
        <p:spPr>
          <a:xfrm>
            <a:off x="568960" y="-641847"/>
            <a:ext cx="10784840" cy="4070847"/>
          </a:xfrm>
        </p:spPr>
        <p:txBody>
          <a:bodyPr>
            <a:normAutofit/>
          </a:bodyPr>
          <a:lstStyle/>
          <a:p>
            <a:pPr algn="ctr"/>
            <a:r>
              <a:rPr lang="en-US" sz="4000" b="1" dirty="0">
                <a:latin typeface="Segoe UI Semibold" panose="020B0702040204020203" pitchFamily="34" charset="0"/>
                <a:cs typeface="Segoe UI Semibold" panose="020B0702040204020203" pitchFamily="34" charset="0"/>
              </a:rPr>
              <a:t>SMART DOORBELL USING IoT (ESP32 Camera Module)</a:t>
            </a:r>
            <a:br>
              <a:rPr lang="en-US" sz="4000" b="1" dirty="0">
                <a:latin typeface="Arial Black" panose="020B0A04020102020204" pitchFamily="34" charset="0"/>
              </a:rPr>
            </a:br>
            <a:r>
              <a:rPr lang="en-IN" sz="3600" b="1" dirty="0">
                <a:latin typeface="Segoe UI Semibold" panose="020B0702040204020203" pitchFamily="34" charset="0"/>
                <a:cs typeface="Segoe UI Semibold" panose="020B0702040204020203" pitchFamily="34" charset="0"/>
              </a:rPr>
              <a:t>Team members:</a:t>
            </a:r>
          </a:p>
        </p:txBody>
      </p:sp>
      <p:sp>
        <p:nvSpPr>
          <p:cNvPr id="3" name="Content Placeholder 2">
            <a:extLst>
              <a:ext uri="{FF2B5EF4-FFF2-40B4-BE49-F238E27FC236}">
                <a16:creationId xmlns:a16="http://schemas.microsoft.com/office/drawing/2014/main" id="{F6C344F2-5150-8FA1-409C-2C04ABB9D2C4}"/>
              </a:ext>
            </a:extLst>
          </p:cNvPr>
          <p:cNvSpPr>
            <a:spLocks noGrp="1"/>
          </p:cNvSpPr>
          <p:nvPr>
            <p:ph idx="1"/>
          </p:nvPr>
        </p:nvSpPr>
        <p:spPr>
          <a:xfrm>
            <a:off x="768626" y="2245359"/>
            <a:ext cx="10515600" cy="5268623"/>
          </a:xfrm>
        </p:spPr>
        <p:txBody>
          <a:bodyPr>
            <a:normAutofit/>
          </a:bodyPr>
          <a:lstStyle/>
          <a:p>
            <a:pPr marL="0" indent="0" algn="ctr">
              <a:buNone/>
            </a:pPr>
            <a:r>
              <a:rPr lang="en-IN" dirty="0" err="1"/>
              <a:t>B.Faneesh</a:t>
            </a:r>
            <a:r>
              <a:rPr lang="en-IN" dirty="0"/>
              <a:t> (44111354,E3)</a:t>
            </a:r>
          </a:p>
          <a:p>
            <a:pPr marL="0" indent="0" algn="ctr">
              <a:buNone/>
            </a:pPr>
            <a:r>
              <a:rPr lang="en-IN" dirty="0" err="1"/>
              <a:t>B.Siva</a:t>
            </a:r>
            <a:r>
              <a:rPr lang="en-IN" dirty="0"/>
              <a:t> Teja (4411149,E3)</a:t>
            </a:r>
          </a:p>
          <a:p>
            <a:pPr marL="0" indent="0" algn="ctr">
              <a:buNone/>
            </a:pPr>
            <a:r>
              <a:rPr lang="en-IN" dirty="0"/>
              <a:t>Snehan Reddy (44111334,E3)</a:t>
            </a:r>
          </a:p>
          <a:p>
            <a:pPr marL="0" indent="0" algn="ctr">
              <a:buNone/>
            </a:pPr>
            <a:r>
              <a:rPr lang="en-IN" dirty="0" err="1"/>
              <a:t>G.Tharak</a:t>
            </a:r>
            <a:r>
              <a:rPr lang="en-IN" dirty="0"/>
              <a:t> Reddy (44111355,E3)</a:t>
            </a:r>
          </a:p>
          <a:p>
            <a:pPr marL="0" indent="0" algn="ctr">
              <a:buNone/>
            </a:pPr>
            <a:r>
              <a:rPr lang="en-IN" dirty="0" err="1"/>
              <a:t>C.Sai</a:t>
            </a:r>
            <a:r>
              <a:rPr lang="en-IN" dirty="0"/>
              <a:t> Kiran</a:t>
            </a:r>
            <a:r>
              <a:rPr lang="en-IN"/>
              <a:t>(44111369,E3)</a:t>
            </a:r>
            <a:endParaRPr lang="en-IN" dirty="0"/>
          </a:p>
          <a:p>
            <a:pPr marL="0" indent="0" algn="ctr">
              <a:buNone/>
            </a:pPr>
            <a:r>
              <a:rPr lang="en-IN" dirty="0"/>
              <a:t>                                                                          </a:t>
            </a:r>
            <a:r>
              <a:rPr lang="en-IN" dirty="0">
                <a:latin typeface="Segoe UI Semibold" panose="020B0702040204020203" pitchFamily="34" charset="0"/>
                <a:cs typeface="Segoe UI Semibold" panose="020B0702040204020203" pitchFamily="34" charset="0"/>
              </a:rPr>
              <a:t>Guide </a:t>
            </a:r>
            <a:br>
              <a:rPr lang="en-IN" dirty="0"/>
            </a:br>
            <a:r>
              <a:rPr lang="en-IN" dirty="0"/>
              <a:t>                                                                               </a:t>
            </a:r>
            <a:r>
              <a:rPr lang="en-IN" dirty="0" err="1"/>
              <a:t>Ms.Bhanu</a:t>
            </a:r>
            <a:r>
              <a:rPr lang="en-IN" dirty="0"/>
              <a:t> </a:t>
            </a:r>
            <a:r>
              <a:rPr lang="en-IN" dirty="0" err="1"/>
              <a:t>Shree.M.E</a:t>
            </a:r>
            <a:r>
              <a:rPr lang="en-IN" dirty="0"/>
              <a:t>(PhD),</a:t>
            </a:r>
          </a:p>
          <a:p>
            <a:pPr marL="0" indent="0" algn="ctr">
              <a:buNone/>
            </a:pPr>
            <a:r>
              <a:rPr lang="en-IN" dirty="0"/>
              <a:t>                                                                              Assistant Professor</a:t>
            </a:r>
          </a:p>
          <a:p>
            <a:pPr marL="0" indent="0" algn="r">
              <a:buNone/>
            </a:pPr>
            <a:endParaRPr lang="en-IN" dirty="0"/>
          </a:p>
          <a:p>
            <a:pPr marL="0" indent="0" algn="r">
              <a:buNone/>
            </a:pPr>
            <a:r>
              <a:rPr lang="en-IN" dirty="0"/>
              <a:t>                                                                                          </a:t>
            </a:r>
          </a:p>
        </p:txBody>
      </p:sp>
    </p:spTree>
    <p:extLst>
      <p:ext uri="{BB962C8B-B14F-4D97-AF65-F5344CB8AC3E}">
        <p14:creationId xmlns:p14="http://schemas.microsoft.com/office/powerpoint/2010/main" val="2787503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0F728-0FF1-2A71-21AA-5C16BB945BC5}"/>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PROBLEM STATEMENT</a:t>
            </a:r>
          </a:p>
        </p:txBody>
      </p:sp>
      <p:sp>
        <p:nvSpPr>
          <p:cNvPr id="3" name="Content Placeholder 2">
            <a:extLst>
              <a:ext uri="{FF2B5EF4-FFF2-40B4-BE49-F238E27FC236}">
                <a16:creationId xmlns:a16="http://schemas.microsoft.com/office/drawing/2014/main" id="{EEBD8D10-596C-98B1-996F-F9C8CE3DFB7F}"/>
              </a:ext>
            </a:extLst>
          </p:cNvPr>
          <p:cNvSpPr>
            <a:spLocks noGrp="1"/>
          </p:cNvSpPr>
          <p:nvPr>
            <p:ph idx="1"/>
          </p:nvPr>
        </p:nvSpPr>
        <p:spPr/>
        <p:txBody>
          <a:bodyPr/>
          <a:lstStyle/>
          <a:p>
            <a:pPr marL="0" indent="0">
              <a:buNone/>
            </a:pPr>
            <a:r>
              <a:rPr lang="en-US" dirty="0"/>
              <a:t>Traditional doorbells do not provide information about who is at the door when the user is away. This can lead to missed visitors and security concerns.</a:t>
            </a:r>
            <a:endParaRPr lang="en-IN" dirty="0"/>
          </a:p>
          <a:p>
            <a:pPr>
              <a:buFont typeface="Wingdings" panose="05000000000000000000" pitchFamily="2" charset="2"/>
              <a:buChar char="Ø"/>
            </a:pPr>
            <a:r>
              <a:rPr lang="en-US" dirty="0"/>
              <a:t> Identify visitors when the homeowner is away. </a:t>
            </a:r>
          </a:p>
          <a:p>
            <a:pPr>
              <a:buFont typeface="Wingdings" panose="05000000000000000000" pitchFamily="2" charset="2"/>
              <a:buChar char="Ø"/>
            </a:pPr>
            <a:r>
              <a:rPr lang="en-US" dirty="0"/>
              <a:t> Provide a visual record of security incidents or "porch piracy." </a:t>
            </a:r>
          </a:p>
          <a:p>
            <a:pPr>
              <a:buFont typeface="Wingdings" panose="05000000000000000000" pitchFamily="2" charset="2"/>
              <a:buChar char="Ø"/>
            </a:pPr>
            <a:r>
              <a:rPr lang="en-US" dirty="0"/>
              <a:t> Facilitate interaction without opening the door, which poses a safety risk. </a:t>
            </a:r>
          </a:p>
          <a:p>
            <a:pPr marL="0" indent="0">
              <a:buNone/>
            </a:pPr>
            <a:endParaRPr lang="en-IN" dirty="0"/>
          </a:p>
        </p:txBody>
      </p:sp>
    </p:spTree>
    <p:extLst>
      <p:ext uri="{BB962C8B-B14F-4D97-AF65-F5344CB8AC3E}">
        <p14:creationId xmlns:p14="http://schemas.microsoft.com/office/powerpoint/2010/main" val="5305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20BD0-C5A8-73F5-0C44-74CB6B117991}"/>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RECENT YEAR (ANY 2) PROBLEM STATEMENT</a:t>
            </a:r>
          </a:p>
        </p:txBody>
      </p:sp>
      <p:sp>
        <p:nvSpPr>
          <p:cNvPr id="3" name="Content Placeholder 2">
            <a:extLst>
              <a:ext uri="{FF2B5EF4-FFF2-40B4-BE49-F238E27FC236}">
                <a16:creationId xmlns:a16="http://schemas.microsoft.com/office/drawing/2014/main" id="{A3882002-ABA2-BC76-B675-7130AA5A5313}"/>
              </a:ext>
            </a:extLst>
          </p:cNvPr>
          <p:cNvSpPr>
            <a:spLocks noGrp="1"/>
          </p:cNvSpPr>
          <p:nvPr>
            <p:ph idx="1"/>
          </p:nvPr>
        </p:nvSpPr>
        <p:spPr>
          <a:xfrm>
            <a:off x="838200" y="1825625"/>
            <a:ext cx="10515600" cy="3153879"/>
          </a:xfrm>
        </p:spPr>
        <p:txBody>
          <a:bodyPr/>
          <a:lstStyle/>
          <a:p>
            <a:pPr>
              <a:buFont typeface="Wingdings" panose="05000000000000000000" pitchFamily="2" charset="2"/>
              <a:buChar char="Ø"/>
            </a:pPr>
            <a:r>
              <a:rPr lang="en-US" b="1" dirty="0"/>
              <a:t> Case 1: Package Theft Surge (2024): </a:t>
            </a:r>
            <a:r>
              <a:rPr lang="en-US" dirty="0"/>
              <a:t>A significant rise in suburban package thefts highlighted the need for motion-triggered video alerts that notify users before the thief leaves the premises. </a:t>
            </a:r>
          </a:p>
          <a:p>
            <a:pPr>
              <a:buFont typeface="Wingdings" panose="05000000000000000000" pitchFamily="2" charset="2"/>
              <a:buChar char="Ø"/>
            </a:pPr>
            <a:r>
              <a:rPr lang="en-US" b="1" dirty="0"/>
              <a:t> Case 2: Unauthorized Entry Attempts (2025): </a:t>
            </a:r>
            <a:r>
              <a:rPr lang="en-US" dirty="0"/>
              <a:t>Recent security audits show that "door knocking" is a common tactic used by burglars to check for house occupancy; a smart system creates the illusion of presence by allowing remote responses.</a:t>
            </a:r>
          </a:p>
          <a:p>
            <a:endParaRPr lang="en-IN" dirty="0"/>
          </a:p>
        </p:txBody>
      </p:sp>
    </p:spTree>
    <p:extLst>
      <p:ext uri="{BB962C8B-B14F-4D97-AF65-F5344CB8AC3E}">
        <p14:creationId xmlns:p14="http://schemas.microsoft.com/office/powerpoint/2010/main" val="1857924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A08D9-7B49-E5BF-CA17-00373E094ADF}"/>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SOLUTIONS</a:t>
            </a:r>
          </a:p>
        </p:txBody>
      </p:sp>
      <p:sp>
        <p:nvSpPr>
          <p:cNvPr id="3" name="Content Placeholder 2">
            <a:extLst>
              <a:ext uri="{FF2B5EF4-FFF2-40B4-BE49-F238E27FC236}">
                <a16:creationId xmlns:a16="http://schemas.microsoft.com/office/drawing/2014/main" id="{CA4561E8-46B3-BE3E-5A51-34B6E00A7ED7}"/>
              </a:ext>
            </a:extLst>
          </p:cNvPr>
          <p:cNvSpPr>
            <a:spLocks noGrp="1"/>
          </p:cNvSpPr>
          <p:nvPr>
            <p:ph idx="1"/>
          </p:nvPr>
        </p:nvSpPr>
        <p:spPr/>
        <p:txBody>
          <a:bodyPr/>
          <a:lstStyle/>
          <a:p>
            <a:pPr>
              <a:buFont typeface="Wingdings" panose="05000000000000000000" pitchFamily="2" charset="2"/>
              <a:buChar char="Ø"/>
            </a:pPr>
            <a:r>
              <a:rPr lang="en-US" dirty="0"/>
              <a:t> The proposed system utilizes an </a:t>
            </a:r>
            <a:r>
              <a:rPr lang="en-US" b="1" dirty="0"/>
              <a:t>ESP32-CAM </a:t>
            </a:r>
            <a:r>
              <a:rPr lang="en-US" dirty="0"/>
              <a:t>integrated with a cloud platform. It captures real-time images upon a button press or motion detection and transmits them to a smartphone. It also includes a </a:t>
            </a:r>
            <a:r>
              <a:rPr lang="en-US" b="1" dirty="0"/>
              <a:t>Relay Module </a:t>
            </a:r>
            <a:r>
              <a:rPr lang="en-US" dirty="0"/>
              <a:t>to allow the homeowner to remotely operate an electronic door strike or auxiliary security light.</a:t>
            </a:r>
            <a:endParaRPr lang="en-IN" dirty="0"/>
          </a:p>
        </p:txBody>
      </p:sp>
    </p:spTree>
    <p:extLst>
      <p:ext uri="{BB962C8B-B14F-4D97-AF65-F5344CB8AC3E}">
        <p14:creationId xmlns:p14="http://schemas.microsoft.com/office/powerpoint/2010/main" val="2897376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54F1-93F2-57B8-C736-571DAAC0402C}"/>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KEY POINTS</a:t>
            </a:r>
          </a:p>
        </p:txBody>
      </p:sp>
      <p:sp>
        <p:nvSpPr>
          <p:cNvPr id="3" name="Content Placeholder 2">
            <a:extLst>
              <a:ext uri="{FF2B5EF4-FFF2-40B4-BE49-F238E27FC236}">
                <a16:creationId xmlns:a16="http://schemas.microsoft.com/office/drawing/2014/main" id="{3E496534-6317-5413-89DF-025374D85CAE}"/>
              </a:ext>
            </a:extLst>
          </p:cNvPr>
          <p:cNvSpPr>
            <a:spLocks noGrp="1"/>
          </p:cNvSpPr>
          <p:nvPr>
            <p:ph idx="1"/>
          </p:nvPr>
        </p:nvSpPr>
        <p:spPr/>
        <p:txBody>
          <a:bodyPr/>
          <a:lstStyle/>
          <a:p>
            <a:pPr>
              <a:buFont typeface="Wingdings" panose="05000000000000000000" pitchFamily="2" charset="2"/>
              <a:buChar char="Ø"/>
            </a:pPr>
            <a:r>
              <a:rPr lang="en-US" b="1" dirty="0"/>
              <a:t> Real-time Alerts: </a:t>
            </a:r>
            <a:r>
              <a:rPr lang="en-US" dirty="0"/>
              <a:t>Instant push notifications via Wi-Fi. </a:t>
            </a:r>
          </a:p>
          <a:p>
            <a:pPr>
              <a:buFont typeface="Wingdings" panose="05000000000000000000" pitchFamily="2" charset="2"/>
              <a:buChar char="Ø"/>
            </a:pPr>
            <a:r>
              <a:rPr lang="en-US" b="1" dirty="0"/>
              <a:t> Remote Access: </a:t>
            </a:r>
            <a:r>
              <a:rPr lang="en-US" dirty="0"/>
              <a:t>Monitor your front door from anywhere in the world. </a:t>
            </a:r>
          </a:p>
          <a:p>
            <a:pPr>
              <a:buFont typeface="Wingdings" panose="05000000000000000000" pitchFamily="2" charset="2"/>
              <a:buChar char="Ø"/>
            </a:pPr>
            <a:r>
              <a:rPr lang="en-US" b="1" dirty="0"/>
              <a:t> Low Cost: </a:t>
            </a:r>
            <a:r>
              <a:rPr lang="en-US" dirty="0"/>
              <a:t>Built using affordable, off-the-shelf IoT components. </a:t>
            </a:r>
          </a:p>
          <a:p>
            <a:pPr>
              <a:buFont typeface="Wingdings" panose="05000000000000000000" pitchFamily="2" charset="2"/>
              <a:buChar char="Ø"/>
            </a:pPr>
            <a:r>
              <a:rPr lang="en-IN" b="1" dirty="0"/>
              <a:t> Dual-Action: </a:t>
            </a:r>
            <a:r>
              <a:rPr lang="en-IN" dirty="0"/>
              <a:t>Combines surveillance (Camera) with control (Relay). </a:t>
            </a:r>
            <a:endParaRPr lang="en-US" dirty="0"/>
          </a:p>
          <a:p>
            <a:endParaRPr lang="en-IN" dirty="0"/>
          </a:p>
        </p:txBody>
      </p:sp>
    </p:spTree>
    <p:extLst>
      <p:ext uri="{BB962C8B-B14F-4D97-AF65-F5344CB8AC3E}">
        <p14:creationId xmlns:p14="http://schemas.microsoft.com/office/powerpoint/2010/main" val="119067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609B-4AB9-C80C-892D-F29077C21DA8}"/>
              </a:ext>
            </a:extLst>
          </p:cNvPr>
          <p:cNvSpPr>
            <a:spLocks noGrp="1"/>
          </p:cNvSpPr>
          <p:nvPr>
            <p:ph type="title"/>
          </p:nvPr>
        </p:nvSpPr>
        <p:spPr>
          <a:xfrm>
            <a:off x="-655984" y="-568960"/>
            <a:ext cx="12847983" cy="2190075"/>
          </a:xfrm>
        </p:spPr>
        <p:txBody>
          <a:bodyPr/>
          <a:lstStyle/>
          <a:p>
            <a:pPr algn="ctr"/>
            <a:r>
              <a:rPr lang="en-IN" b="1" dirty="0">
                <a:latin typeface="Segoe UI Semibold" panose="020B0702040204020203" pitchFamily="34" charset="0"/>
                <a:cs typeface="Segoe UI Semibold" panose="020B0702040204020203" pitchFamily="34" charset="0"/>
              </a:rPr>
              <a:t>FLOWCHART</a:t>
            </a:r>
          </a:p>
        </p:txBody>
      </p:sp>
      <p:pic>
        <p:nvPicPr>
          <p:cNvPr id="9" name="Content Placeholder 8">
            <a:extLst>
              <a:ext uri="{FF2B5EF4-FFF2-40B4-BE49-F238E27FC236}">
                <a16:creationId xmlns:a16="http://schemas.microsoft.com/office/drawing/2014/main" id="{CACD04B7-DE85-AAE3-A12F-E9EBF07C38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3920" y="1148080"/>
            <a:ext cx="7091680" cy="6492240"/>
          </a:xfrm>
        </p:spPr>
      </p:pic>
    </p:spTree>
    <p:extLst>
      <p:ext uri="{BB962C8B-B14F-4D97-AF65-F5344CB8AC3E}">
        <p14:creationId xmlns:p14="http://schemas.microsoft.com/office/powerpoint/2010/main" val="122771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609B-4AB9-C80C-892D-F29077C21DA8}"/>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FLOWCHART - Explanation</a:t>
            </a:r>
          </a:p>
        </p:txBody>
      </p:sp>
      <p:sp>
        <p:nvSpPr>
          <p:cNvPr id="3" name="Content Placeholder 2">
            <a:extLst>
              <a:ext uri="{FF2B5EF4-FFF2-40B4-BE49-F238E27FC236}">
                <a16:creationId xmlns:a16="http://schemas.microsoft.com/office/drawing/2014/main" id="{2067862B-245D-8EED-C8C3-372AD8533A98}"/>
              </a:ext>
            </a:extLst>
          </p:cNvPr>
          <p:cNvSpPr>
            <a:spLocks noGrp="1"/>
          </p:cNvSpPr>
          <p:nvPr>
            <p:ph sz="half" idx="1"/>
          </p:nvPr>
        </p:nvSpPr>
        <p:spPr>
          <a:xfrm>
            <a:off x="838200" y="1497632"/>
            <a:ext cx="5181600" cy="5251037"/>
          </a:xfrm>
        </p:spPr>
        <p:txBody>
          <a:bodyPr>
            <a:normAutofit fontScale="62500" lnSpcReduction="20000"/>
          </a:bodyPr>
          <a:lstStyle/>
          <a:p>
            <a:pPr marL="0" indent="0">
              <a:buNone/>
            </a:pPr>
            <a:r>
              <a:rPr lang="en-US" b="1" dirty="0"/>
              <a:t>1.Start</a:t>
            </a:r>
          </a:p>
          <a:p>
            <a:pPr>
              <a:buFont typeface="Wingdings" panose="05000000000000000000" pitchFamily="2" charset="2"/>
              <a:buChar char="Ø"/>
            </a:pPr>
            <a:r>
              <a:rPr lang="en-US" dirty="0"/>
              <a:t>The system is powered ON using the 5V mobile    charger.</a:t>
            </a:r>
          </a:p>
          <a:p>
            <a:pPr marL="0" indent="0">
              <a:buNone/>
            </a:pPr>
            <a:r>
              <a:rPr lang="en-US" b="1" dirty="0"/>
              <a:t>2. Initialize System</a:t>
            </a:r>
          </a:p>
          <a:p>
            <a:pPr marL="0" indent="0">
              <a:buNone/>
            </a:pPr>
            <a:r>
              <a:rPr lang="en-US" dirty="0"/>
              <a:t>ESP32-CAM initializes all components:</a:t>
            </a:r>
          </a:p>
          <a:p>
            <a:pPr>
              <a:buFont typeface="Wingdings" panose="05000000000000000000" pitchFamily="2" charset="2"/>
              <a:buChar char="Ø"/>
            </a:pPr>
            <a:r>
              <a:rPr lang="en-US" dirty="0"/>
              <a:t>Camera module</a:t>
            </a:r>
          </a:p>
          <a:p>
            <a:pPr>
              <a:buFont typeface="Wingdings" panose="05000000000000000000" pitchFamily="2" charset="2"/>
              <a:buChar char="Ø"/>
            </a:pPr>
            <a:r>
              <a:rPr lang="en-US" dirty="0"/>
              <a:t>Wi-Fi connection</a:t>
            </a:r>
          </a:p>
          <a:p>
            <a:pPr>
              <a:buFont typeface="Wingdings" panose="05000000000000000000" pitchFamily="2" charset="2"/>
              <a:buChar char="Ø"/>
            </a:pPr>
            <a:r>
              <a:rPr lang="en-US" dirty="0"/>
              <a:t>Push button (doorbell)</a:t>
            </a:r>
          </a:p>
          <a:p>
            <a:pPr>
              <a:buFont typeface="Wingdings" panose="05000000000000000000" pitchFamily="2" charset="2"/>
              <a:buChar char="Ø"/>
            </a:pPr>
            <a:r>
              <a:rPr lang="en-US" dirty="0"/>
              <a:t> Relay module</a:t>
            </a:r>
          </a:p>
          <a:p>
            <a:pPr marL="0" indent="0">
              <a:buNone/>
            </a:pPr>
            <a:r>
              <a:rPr lang="en-US" b="1" dirty="0"/>
              <a:t>3. Doorbell Pressed?</a:t>
            </a:r>
          </a:p>
          <a:p>
            <a:pPr>
              <a:buFont typeface="Wingdings" panose="05000000000000000000" pitchFamily="2" charset="2"/>
              <a:buChar char="Ø"/>
            </a:pPr>
            <a:r>
              <a:rPr lang="en-US" dirty="0"/>
              <a:t>The system continuously checks whether the push button is pressed.</a:t>
            </a:r>
          </a:p>
          <a:p>
            <a:pPr marL="0" indent="0">
              <a:buNone/>
            </a:pPr>
            <a:r>
              <a:rPr lang="en-US" dirty="0"/>
              <a:t>❌ If NO → keep waiting</a:t>
            </a:r>
          </a:p>
          <a:p>
            <a:pPr marL="0" indent="0">
              <a:buNone/>
            </a:pPr>
            <a:r>
              <a:rPr lang="en-US" dirty="0"/>
              <a:t>✅ If YES → move to the next step</a:t>
            </a:r>
          </a:p>
          <a:p>
            <a:pPr marL="0" indent="0">
              <a:buNone/>
            </a:pPr>
            <a:r>
              <a:rPr lang="en-US" b="1" dirty="0"/>
              <a:t>4. Capture Image</a:t>
            </a:r>
          </a:p>
          <a:p>
            <a:pPr marL="0" indent="0">
              <a:buNone/>
            </a:pPr>
            <a:r>
              <a:rPr lang="en-US" dirty="0"/>
              <a:t>When the button is pressed:</a:t>
            </a:r>
          </a:p>
          <a:p>
            <a:pPr>
              <a:buFont typeface="Wingdings" panose="05000000000000000000" pitchFamily="2" charset="2"/>
              <a:buChar char="Ø"/>
            </a:pPr>
            <a:r>
              <a:rPr lang="en-US" dirty="0"/>
              <a:t>ESP32 Camera captures an image of the visitor.</a:t>
            </a:r>
          </a:p>
          <a:p>
            <a:pPr marL="0" indent="0">
              <a:buNone/>
            </a:pPr>
            <a:endParaRPr lang="en-US" dirty="0"/>
          </a:p>
        </p:txBody>
      </p:sp>
      <p:sp>
        <p:nvSpPr>
          <p:cNvPr id="4" name="Content Placeholder 3">
            <a:extLst>
              <a:ext uri="{FF2B5EF4-FFF2-40B4-BE49-F238E27FC236}">
                <a16:creationId xmlns:a16="http://schemas.microsoft.com/office/drawing/2014/main" id="{E3C9C91E-FE72-FA4D-CEBA-98BB052E9F58}"/>
              </a:ext>
            </a:extLst>
          </p:cNvPr>
          <p:cNvSpPr>
            <a:spLocks noGrp="1"/>
          </p:cNvSpPr>
          <p:nvPr>
            <p:ph sz="half" idx="2"/>
          </p:nvPr>
        </p:nvSpPr>
        <p:spPr>
          <a:xfrm>
            <a:off x="6172200" y="1580323"/>
            <a:ext cx="5181600" cy="7195930"/>
          </a:xfrm>
        </p:spPr>
        <p:txBody>
          <a:bodyPr>
            <a:normAutofit fontScale="62500" lnSpcReduction="20000"/>
          </a:bodyPr>
          <a:lstStyle/>
          <a:p>
            <a:pPr marL="0" indent="0">
              <a:buNone/>
            </a:pPr>
            <a:r>
              <a:rPr lang="en-US" b="1" dirty="0"/>
              <a:t>5. Send Data via Internet</a:t>
            </a:r>
          </a:p>
          <a:p>
            <a:pPr>
              <a:buFont typeface="Wingdings" panose="05000000000000000000" pitchFamily="2" charset="2"/>
              <a:buChar char="Ø"/>
            </a:pPr>
            <a:r>
              <a:rPr lang="en-US" dirty="0"/>
              <a:t>Captured image is sent through:</a:t>
            </a:r>
          </a:p>
          <a:p>
            <a:pPr>
              <a:buFont typeface="Wingdings" panose="05000000000000000000" pitchFamily="2" charset="2"/>
              <a:buChar char="Ø"/>
            </a:pPr>
            <a:r>
              <a:rPr lang="en-US" dirty="0"/>
              <a:t>Wi-Fi</a:t>
            </a:r>
          </a:p>
          <a:p>
            <a:pPr>
              <a:buFont typeface="Wingdings" panose="05000000000000000000" pitchFamily="2" charset="2"/>
              <a:buChar char="Ø"/>
            </a:pPr>
            <a:r>
              <a:rPr lang="en-US" dirty="0"/>
              <a:t>Cloud server / mobile app (like Blynk, web server)</a:t>
            </a:r>
          </a:p>
          <a:p>
            <a:pPr marL="0" indent="0">
              <a:buNone/>
            </a:pPr>
            <a:r>
              <a:rPr lang="en-US" b="1" dirty="0"/>
              <a:t>6. Notify User</a:t>
            </a:r>
          </a:p>
          <a:p>
            <a:pPr marL="0" indent="0">
              <a:buNone/>
            </a:pPr>
            <a:r>
              <a:rPr lang="en-US" dirty="0"/>
              <a:t>The homeowner receives a notification on their mobile:</a:t>
            </a:r>
          </a:p>
          <a:p>
            <a:pPr>
              <a:buFont typeface="Wingdings" panose="05000000000000000000" pitchFamily="2" charset="2"/>
              <a:buChar char="Ø"/>
            </a:pPr>
            <a:r>
              <a:rPr lang="en-US" dirty="0"/>
              <a:t>“Someone is at your door”</a:t>
            </a:r>
          </a:p>
          <a:p>
            <a:pPr>
              <a:buFont typeface="Wingdings" panose="05000000000000000000" pitchFamily="2" charset="2"/>
              <a:buChar char="Ø"/>
            </a:pPr>
            <a:r>
              <a:rPr lang="en-US" dirty="0"/>
              <a:t>Image/video is displayed</a:t>
            </a:r>
          </a:p>
          <a:p>
            <a:pPr marL="0" indent="0">
              <a:buNone/>
            </a:pPr>
            <a:r>
              <a:rPr lang="en-US" b="1" dirty="0"/>
              <a:t>7. User Action</a:t>
            </a:r>
          </a:p>
          <a:p>
            <a:pPr>
              <a:buFont typeface="Wingdings" panose="05000000000000000000" pitchFamily="2" charset="2"/>
              <a:buChar char="Ø"/>
            </a:pPr>
            <a:r>
              <a:rPr lang="en-US" dirty="0"/>
              <a:t>User decides what to do:</a:t>
            </a:r>
          </a:p>
          <a:p>
            <a:pPr>
              <a:buFont typeface="Wingdings" panose="05000000000000000000" pitchFamily="2" charset="2"/>
              <a:buChar char="Ø"/>
            </a:pPr>
            <a:r>
              <a:rPr lang="en-US" dirty="0"/>
              <a:t>View live feed</a:t>
            </a:r>
          </a:p>
          <a:p>
            <a:pPr>
              <a:buFont typeface="Wingdings" panose="05000000000000000000" pitchFamily="2" charset="2"/>
              <a:buChar char="Ø"/>
            </a:pPr>
            <a:r>
              <a:rPr lang="en-US" dirty="0"/>
              <a:t>Unlock door / turn ON relay</a:t>
            </a:r>
          </a:p>
          <a:p>
            <a:pPr marL="0" indent="0">
              <a:buNone/>
            </a:pPr>
            <a:r>
              <a:rPr lang="en-US" b="1" dirty="0"/>
              <a:t>8. Perform Action</a:t>
            </a:r>
          </a:p>
          <a:p>
            <a:pPr>
              <a:buFont typeface="Wingdings" panose="05000000000000000000" pitchFamily="2" charset="2"/>
              <a:buChar char="Ø"/>
            </a:pPr>
            <a:r>
              <a:rPr lang="en-US" dirty="0"/>
              <a:t>Based on user input:</a:t>
            </a:r>
          </a:p>
          <a:p>
            <a:pPr>
              <a:buFont typeface="Wingdings" panose="05000000000000000000" pitchFamily="2" charset="2"/>
              <a:buChar char="Ø"/>
            </a:pPr>
            <a:r>
              <a:rPr lang="en-US" dirty="0"/>
              <a:t>Relay activates (door unlock / bell / light ON)Or no action is taken</a:t>
            </a:r>
          </a:p>
        </p:txBody>
      </p:sp>
    </p:spTree>
    <p:extLst>
      <p:ext uri="{BB962C8B-B14F-4D97-AF65-F5344CB8AC3E}">
        <p14:creationId xmlns:p14="http://schemas.microsoft.com/office/powerpoint/2010/main" val="1938102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47237-42C3-81F0-0B7B-C35E732D452B}"/>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OBJECTIVES</a:t>
            </a:r>
          </a:p>
        </p:txBody>
      </p:sp>
      <p:sp>
        <p:nvSpPr>
          <p:cNvPr id="3" name="Content Placeholder 2">
            <a:extLst>
              <a:ext uri="{FF2B5EF4-FFF2-40B4-BE49-F238E27FC236}">
                <a16:creationId xmlns:a16="http://schemas.microsoft.com/office/drawing/2014/main" id="{2801AC1D-E4CF-250C-60DC-97EC03CA3EE6}"/>
              </a:ext>
            </a:extLst>
          </p:cNvPr>
          <p:cNvSpPr>
            <a:spLocks noGrp="1"/>
          </p:cNvSpPr>
          <p:nvPr>
            <p:ph idx="1"/>
          </p:nvPr>
        </p:nvSpPr>
        <p:spPr/>
        <p:txBody>
          <a:bodyPr/>
          <a:lstStyle/>
          <a:p>
            <a:pPr>
              <a:buFont typeface="Wingdings" panose="05000000000000000000" pitchFamily="2" charset="2"/>
              <a:buChar char="Ø"/>
            </a:pPr>
            <a:r>
              <a:rPr lang="en-US" dirty="0"/>
              <a:t> To design a wireless notification system for home entrances. </a:t>
            </a:r>
          </a:p>
          <a:p>
            <a:pPr>
              <a:buFont typeface="Wingdings" panose="05000000000000000000" pitchFamily="2" charset="2"/>
              <a:buChar char="Ø"/>
            </a:pPr>
            <a:r>
              <a:rPr lang="en-US" dirty="0"/>
              <a:t> To implement a cloud-based communication protocol for remote image viewing. </a:t>
            </a:r>
          </a:p>
          <a:p>
            <a:pPr>
              <a:buFont typeface="Wingdings" panose="05000000000000000000" pitchFamily="2" charset="2"/>
              <a:buChar char="Ø"/>
            </a:pPr>
            <a:r>
              <a:rPr lang="en-US" dirty="0"/>
              <a:t> To provide a secure method for remote door access via a relay interface. </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144400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220E-9FC0-40E4-72C1-C9EDCB9838A9}"/>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METHODOLOGY</a:t>
            </a:r>
          </a:p>
        </p:txBody>
      </p:sp>
      <p:sp>
        <p:nvSpPr>
          <p:cNvPr id="3" name="Content Placeholder 2">
            <a:extLst>
              <a:ext uri="{FF2B5EF4-FFF2-40B4-BE49-F238E27FC236}">
                <a16:creationId xmlns:a16="http://schemas.microsoft.com/office/drawing/2014/main" id="{B42615B7-B682-0AD6-EB8E-47EEDD8089B1}"/>
              </a:ext>
            </a:extLst>
          </p:cNvPr>
          <p:cNvSpPr>
            <a:spLocks noGrp="1"/>
          </p:cNvSpPr>
          <p:nvPr>
            <p:ph idx="1"/>
          </p:nvPr>
        </p:nvSpPr>
        <p:spPr/>
        <p:txBody>
          <a:bodyPr/>
          <a:lstStyle/>
          <a:p>
            <a:pPr>
              <a:buFont typeface="Wingdings" panose="05000000000000000000" pitchFamily="2" charset="2"/>
              <a:buChar char="Ø"/>
            </a:pPr>
            <a:r>
              <a:rPr lang="en-US" b="1"/>
              <a:t> Hardware </a:t>
            </a:r>
            <a:r>
              <a:rPr lang="en-US" b="1" dirty="0"/>
              <a:t>Interfacing: </a:t>
            </a:r>
            <a:r>
              <a:rPr lang="en-US" dirty="0"/>
              <a:t>Connecting the Push Button and Relay to the ESP32 GPIO pins on a breadboard. </a:t>
            </a:r>
          </a:p>
          <a:p>
            <a:pPr>
              <a:buFont typeface="Wingdings" panose="05000000000000000000" pitchFamily="2" charset="2"/>
              <a:buChar char="Ø"/>
            </a:pPr>
            <a:r>
              <a:rPr lang="en-US" b="1" dirty="0"/>
              <a:t> Network Configuration: </a:t>
            </a:r>
            <a:r>
              <a:rPr lang="en-US" dirty="0"/>
              <a:t>Configuring the ESP32 to connect to a local Wi-Fi gateway. </a:t>
            </a:r>
          </a:p>
          <a:p>
            <a:pPr>
              <a:buFont typeface="Wingdings" panose="05000000000000000000" pitchFamily="2" charset="2"/>
              <a:buChar char="Ø"/>
            </a:pPr>
            <a:r>
              <a:rPr lang="en-US" b="1" dirty="0"/>
              <a:t> Protocol Implementation: </a:t>
            </a:r>
            <a:r>
              <a:rPr lang="en-US" dirty="0"/>
              <a:t>Using HTTP or MQTT protocols to transmit image data to a mobile application/web dashboard. </a:t>
            </a:r>
          </a:p>
          <a:p>
            <a:pPr>
              <a:buFont typeface="Wingdings" panose="05000000000000000000" pitchFamily="2" charset="2"/>
              <a:buChar char="Ø"/>
            </a:pPr>
            <a:r>
              <a:rPr lang="en-US" b="1" dirty="0"/>
              <a:t> Power Management: </a:t>
            </a:r>
            <a:r>
              <a:rPr lang="en-US" dirty="0"/>
              <a:t>Utilizing a 5V/1A mobile charger for stable operation. </a:t>
            </a:r>
          </a:p>
        </p:txBody>
      </p:sp>
    </p:spTree>
    <p:extLst>
      <p:ext uri="{BB962C8B-B14F-4D97-AF65-F5344CB8AC3E}">
        <p14:creationId xmlns:p14="http://schemas.microsoft.com/office/powerpoint/2010/main" val="1984531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E2AA5-B0B7-596A-655F-4E80189B6F44}"/>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MODEL SECTION AND TRAINING</a:t>
            </a:r>
          </a:p>
        </p:txBody>
      </p:sp>
      <p:pic>
        <p:nvPicPr>
          <p:cNvPr id="5" name="Content Placeholder 4">
            <a:extLst>
              <a:ext uri="{FF2B5EF4-FFF2-40B4-BE49-F238E27FC236}">
                <a16:creationId xmlns:a16="http://schemas.microsoft.com/office/drawing/2014/main" id="{4D31091B-6608-135F-2F80-BC393CD802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5080" y="1690688"/>
            <a:ext cx="9398000" cy="4567872"/>
          </a:xfrm>
        </p:spPr>
      </p:pic>
    </p:spTree>
    <p:extLst>
      <p:ext uri="{BB962C8B-B14F-4D97-AF65-F5344CB8AC3E}">
        <p14:creationId xmlns:p14="http://schemas.microsoft.com/office/powerpoint/2010/main" val="3709291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F57E-C9DF-0A5E-6335-18D6EC5AA17F}"/>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DATA INPUT</a:t>
            </a:r>
          </a:p>
        </p:txBody>
      </p:sp>
      <p:sp>
        <p:nvSpPr>
          <p:cNvPr id="3" name="Content Placeholder 2">
            <a:extLst>
              <a:ext uri="{FF2B5EF4-FFF2-40B4-BE49-F238E27FC236}">
                <a16:creationId xmlns:a16="http://schemas.microsoft.com/office/drawing/2014/main" id="{16453586-55D7-E083-946D-4B1DB8DDE971}"/>
              </a:ext>
            </a:extLst>
          </p:cNvPr>
          <p:cNvSpPr>
            <a:spLocks noGrp="1"/>
          </p:cNvSpPr>
          <p:nvPr>
            <p:ph idx="1"/>
          </p:nvPr>
        </p:nvSpPr>
        <p:spPr/>
        <p:txBody>
          <a:bodyPr/>
          <a:lstStyle/>
          <a:p>
            <a:pPr marL="0" indent="0">
              <a:buNone/>
            </a:pPr>
            <a:r>
              <a:rPr lang="en-US" sz="2800" b="0" i="0" u="none" strike="noStrike" baseline="0" dirty="0">
                <a:solidFill>
                  <a:srgbClr val="000000"/>
                </a:solidFill>
                <a:latin typeface="Aptos" panose="020B0004020202020204" pitchFamily="34" charset="0"/>
              </a:rPr>
              <a:t>The system processes three primary types of input: </a:t>
            </a:r>
          </a:p>
          <a:p>
            <a:pPr>
              <a:buFont typeface="Wingdings" panose="05000000000000000000" pitchFamily="2" charset="2"/>
              <a:buChar char="Ø"/>
            </a:pPr>
            <a:r>
              <a:rPr lang="en-US" sz="2800" b="1" i="0" u="none" strike="noStrike" baseline="0" dirty="0">
                <a:solidFill>
                  <a:srgbClr val="000000"/>
                </a:solidFill>
                <a:latin typeface="Aptos" panose="020B0004020202020204" pitchFamily="34" charset="0"/>
              </a:rPr>
              <a:t> Physical Trigger: </a:t>
            </a:r>
            <a:r>
              <a:rPr lang="en-US" sz="2800" b="0" i="0" u="none" strike="noStrike" baseline="0" dirty="0">
                <a:solidFill>
                  <a:srgbClr val="000000"/>
                </a:solidFill>
                <a:latin typeface="Aptos" panose="020B0004020202020204" pitchFamily="34" charset="0"/>
              </a:rPr>
              <a:t>Push button signal (High/Low) via GPIO pins. </a:t>
            </a:r>
          </a:p>
          <a:p>
            <a:pPr>
              <a:buFont typeface="Wingdings" panose="05000000000000000000" pitchFamily="2" charset="2"/>
              <a:buChar char="Ø"/>
            </a:pPr>
            <a:r>
              <a:rPr lang="en-US" sz="2800" b="1" i="0" u="none" strike="noStrike" baseline="0" dirty="0">
                <a:solidFill>
                  <a:srgbClr val="000000"/>
                </a:solidFill>
                <a:latin typeface="Aptos" panose="020B0004020202020204" pitchFamily="34" charset="0"/>
              </a:rPr>
              <a:t> Visual Data: </a:t>
            </a:r>
            <a:r>
              <a:rPr lang="en-US" sz="2800" b="0" i="0" u="none" strike="noStrike" baseline="0" dirty="0">
                <a:solidFill>
                  <a:srgbClr val="000000"/>
                </a:solidFill>
                <a:latin typeface="Aptos" panose="020B0004020202020204" pitchFamily="34" charset="0"/>
              </a:rPr>
              <a:t>Image/Video stream captured by the </a:t>
            </a:r>
            <a:r>
              <a:rPr lang="en-US" sz="2800" b="1" i="0" u="none" strike="noStrike" baseline="0" dirty="0">
                <a:solidFill>
                  <a:srgbClr val="000000"/>
                </a:solidFill>
                <a:latin typeface="Aptos" panose="020B0004020202020204" pitchFamily="34" charset="0"/>
              </a:rPr>
              <a:t>ESP32-CAM</a:t>
            </a:r>
            <a:r>
              <a:rPr lang="en-US" sz="2800" b="0" i="0" u="none" strike="noStrike" baseline="0" dirty="0">
                <a:solidFill>
                  <a:srgbClr val="000000"/>
                </a:solidFill>
                <a:latin typeface="Aptos" panose="020B0004020202020204" pitchFamily="34" charset="0"/>
              </a:rPr>
              <a:t>. </a:t>
            </a:r>
          </a:p>
          <a:p>
            <a:pPr>
              <a:buFont typeface="Wingdings" panose="05000000000000000000" pitchFamily="2" charset="2"/>
              <a:buChar char="Ø"/>
            </a:pPr>
            <a:r>
              <a:rPr lang="en-US" sz="2800" b="1" i="0" u="none" strike="noStrike" baseline="0" dirty="0">
                <a:solidFill>
                  <a:srgbClr val="000000"/>
                </a:solidFill>
                <a:latin typeface="Aptos" panose="020B0004020202020204" pitchFamily="34" charset="0"/>
              </a:rPr>
              <a:t> Sensor Data: </a:t>
            </a:r>
            <a:r>
              <a:rPr lang="en-US" sz="2800" b="0" i="0" u="none" strike="noStrike" baseline="0" dirty="0">
                <a:solidFill>
                  <a:srgbClr val="000000"/>
                </a:solidFill>
                <a:latin typeface="Aptos" panose="020B0004020202020204" pitchFamily="34" charset="0"/>
              </a:rPr>
              <a:t>Motion detection (if using PIR) or state change via the push button. </a:t>
            </a:r>
          </a:p>
          <a:p>
            <a:endParaRPr lang="en-IN" dirty="0"/>
          </a:p>
        </p:txBody>
      </p:sp>
    </p:spTree>
    <p:extLst>
      <p:ext uri="{BB962C8B-B14F-4D97-AF65-F5344CB8AC3E}">
        <p14:creationId xmlns:p14="http://schemas.microsoft.com/office/powerpoint/2010/main" val="1348950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5E261-FAA9-A2DC-9C89-801EFA33149D}"/>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MILESTONES</a:t>
            </a:r>
          </a:p>
        </p:txBody>
      </p:sp>
      <p:sp>
        <p:nvSpPr>
          <p:cNvPr id="3" name="Content Placeholder 2">
            <a:extLst>
              <a:ext uri="{FF2B5EF4-FFF2-40B4-BE49-F238E27FC236}">
                <a16:creationId xmlns:a16="http://schemas.microsoft.com/office/drawing/2014/main" id="{1DB90684-8007-4D21-7615-67B5C1008544}"/>
              </a:ext>
            </a:extLst>
          </p:cNvPr>
          <p:cNvSpPr>
            <a:spLocks noGrp="1"/>
          </p:cNvSpPr>
          <p:nvPr>
            <p:ph idx="1"/>
          </p:nvPr>
        </p:nvSpPr>
        <p:spPr/>
        <p:txBody>
          <a:bodyPr>
            <a:normAutofit/>
          </a:bodyPr>
          <a:lstStyle/>
          <a:p>
            <a:pPr>
              <a:buFont typeface="Wingdings" panose="05000000000000000000" pitchFamily="2" charset="2"/>
              <a:buChar char="Ø"/>
            </a:pPr>
            <a:r>
              <a:rPr lang="en-US" dirty="0"/>
              <a:t> Selection of project topic and system architecture design.</a:t>
            </a:r>
          </a:p>
          <a:p>
            <a:pPr>
              <a:buFont typeface="Wingdings" panose="05000000000000000000" pitchFamily="2" charset="2"/>
              <a:buChar char="Ø"/>
            </a:pPr>
            <a:r>
              <a:rPr lang="en-US" dirty="0"/>
              <a:t> Interfacing doorbell button/IR sensor with Integration of camera.</a:t>
            </a:r>
          </a:p>
          <a:p>
            <a:pPr>
              <a:buFont typeface="Wingdings" panose="05000000000000000000" pitchFamily="2" charset="2"/>
              <a:buChar char="Ø"/>
            </a:pPr>
            <a:r>
              <a:rPr lang="en-US" dirty="0"/>
              <a:t>Cloud connectivity setup for data transfer.</a:t>
            </a:r>
          </a:p>
          <a:p>
            <a:pPr>
              <a:buFont typeface="Wingdings" panose="05000000000000000000" pitchFamily="2" charset="2"/>
              <a:buChar char="Ø"/>
            </a:pPr>
            <a:r>
              <a:rPr lang="en-US" dirty="0"/>
              <a:t>Mobile application integration for alerts and control.</a:t>
            </a:r>
          </a:p>
          <a:p>
            <a:pPr>
              <a:buFont typeface="Wingdings" panose="05000000000000000000" pitchFamily="2" charset="2"/>
              <a:buChar char="Ø"/>
            </a:pPr>
            <a:r>
              <a:rPr lang="en-US" dirty="0"/>
              <a:t>Testing real-time notifications and video streaming.</a:t>
            </a:r>
          </a:p>
          <a:p>
            <a:pPr>
              <a:buFont typeface="Wingdings" panose="05000000000000000000" pitchFamily="2" charset="2"/>
              <a:buChar char="Ø"/>
            </a:pPr>
            <a:r>
              <a:rPr lang="en-US" dirty="0"/>
              <a:t>Final testing and project demonstration.</a:t>
            </a:r>
            <a:endParaRPr lang="en-IN" dirty="0"/>
          </a:p>
        </p:txBody>
      </p:sp>
    </p:spTree>
    <p:extLst>
      <p:ext uri="{BB962C8B-B14F-4D97-AF65-F5344CB8AC3E}">
        <p14:creationId xmlns:p14="http://schemas.microsoft.com/office/powerpoint/2010/main" val="3288003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OUTCOMES</a:t>
            </a:r>
          </a:p>
        </p:txBody>
      </p:sp>
      <p:sp>
        <p:nvSpPr>
          <p:cNvPr id="3" name="Content Placeholder 2">
            <a:extLst>
              <a:ext uri="{FF2B5EF4-FFF2-40B4-BE49-F238E27FC236}">
                <a16:creationId xmlns:a16="http://schemas.microsoft.com/office/drawing/2014/main" id="{FB94A757-345C-CD15-3AAA-7E47AB633E45}"/>
              </a:ext>
            </a:extLst>
          </p:cNvPr>
          <p:cNvSpPr>
            <a:spLocks noGrp="1"/>
          </p:cNvSpPr>
          <p:nvPr>
            <p:ph idx="1"/>
          </p:nvPr>
        </p:nvSpPr>
        <p:spPr/>
        <p:txBody>
          <a:bodyPr/>
          <a:lstStyle/>
          <a:p>
            <a:pPr>
              <a:buFont typeface="Wingdings" panose="05000000000000000000" pitchFamily="2" charset="2"/>
              <a:buChar char="Ø"/>
            </a:pPr>
            <a:r>
              <a:rPr lang="en-US" dirty="0"/>
              <a:t> Successful visitor detection.</a:t>
            </a:r>
          </a:p>
          <a:p>
            <a:pPr>
              <a:buFont typeface="Wingdings" panose="05000000000000000000" pitchFamily="2" charset="2"/>
              <a:buChar char="Ø"/>
            </a:pPr>
            <a:r>
              <a:rPr lang="en-US" dirty="0"/>
              <a:t> Real-time image/video capture of visitors.</a:t>
            </a:r>
          </a:p>
          <a:p>
            <a:pPr>
              <a:buFont typeface="Wingdings" panose="05000000000000000000" pitchFamily="2" charset="2"/>
              <a:buChar char="Ø"/>
            </a:pPr>
            <a:r>
              <a:rPr lang="en-US" dirty="0"/>
              <a:t> Instant notification sent to the user's smartphone.</a:t>
            </a:r>
          </a:p>
          <a:p>
            <a:pPr>
              <a:buFont typeface="Wingdings" panose="05000000000000000000" pitchFamily="2" charset="2"/>
              <a:buChar char="Ø"/>
            </a:pPr>
            <a:r>
              <a:rPr lang="en-US" dirty="0"/>
              <a:t> Remote door access and monitoring achieved.</a:t>
            </a:r>
            <a:endParaRPr lang="en-IN" dirty="0"/>
          </a:p>
        </p:txBody>
      </p:sp>
    </p:spTree>
    <p:extLst>
      <p:ext uri="{BB962C8B-B14F-4D97-AF65-F5344CB8AC3E}">
        <p14:creationId xmlns:p14="http://schemas.microsoft.com/office/powerpoint/2010/main" val="160589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Simulation Result and output</a:t>
            </a:r>
          </a:p>
        </p:txBody>
      </p:sp>
      <p:sp>
        <p:nvSpPr>
          <p:cNvPr id="3" name="Content Placeholder 2">
            <a:extLst>
              <a:ext uri="{FF2B5EF4-FFF2-40B4-BE49-F238E27FC236}">
                <a16:creationId xmlns:a16="http://schemas.microsoft.com/office/drawing/2014/main" id="{FB94A757-345C-CD15-3AAA-7E47AB633E45}"/>
              </a:ext>
            </a:extLst>
          </p:cNvPr>
          <p:cNvSpPr>
            <a:spLocks noGrp="1"/>
          </p:cNvSpPr>
          <p:nvPr>
            <p:ph idx="1"/>
          </p:nvPr>
        </p:nvSpPr>
        <p:spPr/>
        <p:txBody>
          <a:bodyPr/>
          <a:lstStyle/>
          <a:p>
            <a:pPr>
              <a:buFont typeface="Wingdings" panose="05000000000000000000" pitchFamily="2" charset="2"/>
              <a:buChar char="Ø"/>
            </a:pPr>
            <a:r>
              <a:rPr lang="en-US" dirty="0"/>
              <a:t> The system was tested by simulating visitor presence using button press and motion detection. Upon detection, the camera captured the visitor's image/video and uploaded it to the cloud. A real-time notification was sent to the user's mobile application. The user was able to view the visitor, communicate through two-way audio, and perform remote actions such as granting or denying access, confirming proper system operation.</a:t>
            </a:r>
            <a:endParaRPr lang="en-IN" dirty="0"/>
          </a:p>
        </p:txBody>
      </p:sp>
    </p:spTree>
    <p:extLst>
      <p:ext uri="{BB962C8B-B14F-4D97-AF65-F5344CB8AC3E}">
        <p14:creationId xmlns:p14="http://schemas.microsoft.com/office/powerpoint/2010/main" val="1142613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Hardware photos</a:t>
            </a:r>
          </a:p>
        </p:txBody>
      </p:sp>
      <p:sp>
        <p:nvSpPr>
          <p:cNvPr id="6" name="Text Placeholder 5">
            <a:extLst>
              <a:ext uri="{FF2B5EF4-FFF2-40B4-BE49-F238E27FC236}">
                <a16:creationId xmlns:a16="http://schemas.microsoft.com/office/drawing/2014/main" id="{64ED3BFC-965F-6E86-8C6F-AE26295A959B}"/>
              </a:ext>
            </a:extLst>
          </p:cNvPr>
          <p:cNvSpPr>
            <a:spLocks noGrp="1"/>
          </p:cNvSpPr>
          <p:nvPr>
            <p:ph type="body" idx="1"/>
          </p:nvPr>
        </p:nvSpPr>
        <p:spPr>
          <a:xfrm>
            <a:off x="836612" y="1101408"/>
            <a:ext cx="5157787" cy="1178560"/>
          </a:xfrm>
        </p:spPr>
        <p:txBody>
          <a:bodyPr/>
          <a:lstStyle/>
          <a:p>
            <a:r>
              <a:rPr lang="en-IN" dirty="0"/>
              <a:t>     ESP32 Camera Module</a:t>
            </a:r>
          </a:p>
        </p:txBody>
      </p:sp>
      <p:pic>
        <p:nvPicPr>
          <p:cNvPr id="5" name="Content Placeholder 4">
            <a:extLst>
              <a:ext uri="{FF2B5EF4-FFF2-40B4-BE49-F238E27FC236}">
                <a16:creationId xmlns:a16="http://schemas.microsoft.com/office/drawing/2014/main" id="{342DE361-2955-9BF7-28D2-F6FF4FF2E43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03458" y="2589531"/>
            <a:ext cx="3684588" cy="3684588"/>
          </a:xfrm>
        </p:spPr>
      </p:pic>
      <p:sp>
        <p:nvSpPr>
          <p:cNvPr id="7" name="Text Placeholder 6">
            <a:extLst>
              <a:ext uri="{FF2B5EF4-FFF2-40B4-BE49-F238E27FC236}">
                <a16:creationId xmlns:a16="http://schemas.microsoft.com/office/drawing/2014/main" id="{1AB448CC-CBF4-104E-3ADB-37087487D541}"/>
              </a:ext>
            </a:extLst>
          </p:cNvPr>
          <p:cNvSpPr>
            <a:spLocks noGrp="1"/>
          </p:cNvSpPr>
          <p:nvPr>
            <p:ph type="body" sz="quarter" idx="3"/>
          </p:nvPr>
        </p:nvSpPr>
        <p:spPr>
          <a:xfrm>
            <a:off x="6078219" y="1456056"/>
            <a:ext cx="5183188" cy="823912"/>
          </a:xfrm>
        </p:spPr>
        <p:txBody>
          <a:bodyPr/>
          <a:lstStyle/>
          <a:p>
            <a:r>
              <a:rPr lang="en-IN" dirty="0"/>
              <a:t>  Single channel Relay Module </a:t>
            </a:r>
          </a:p>
        </p:txBody>
      </p:sp>
      <p:pic>
        <p:nvPicPr>
          <p:cNvPr id="10" name="Content Placeholder 9">
            <a:extLst>
              <a:ext uri="{FF2B5EF4-FFF2-40B4-BE49-F238E27FC236}">
                <a16:creationId xmlns:a16="http://schemas.microsoft.com/office/drawing/2014/main" id="{0DDCB294-C34E-51BE-1E0B-78D3366912F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22059" y="2426971"/>
            <a:ext cx="4361867" cy="3568382"/>
          </a:xfrm>
        </p:spPr>
      </p:pic>
    </p:spTree>
    <p:extLst>
      <p:ext uri="{BB962C8B-B14F-4D97-AF65-F5344CB8AC3E}">
        <p14:creationId xmlns:p14="http://schemas.microsoft.com/office/powerpoint/2010/main" val="1543435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idx="4294967295"/>
          </p:nvPr>
        </p:nvSpPr>
        <p:spPr>
          <a:xfrm>
            <a:off x="1676400" y="365125"/>
            <a:ext cx="10515600" cy="1325563"/>
          </a:xfrm>
        </p:spPr>
        <p:txBody>
          <a:bodyPr/>
          <a:lstStyle/>
          <a:p>
            <a:pPr algn="ctr"/>
            <a:r>
              <a:rPr lang="en-IN" b="1" dirty="0">
                <a:latin typeface="Segoe UI Semibold" panose="020B0702040204020203" pitchFamily="34" charset="0"/>
                <a:cs typeface="Segoe UI Semibold" panose="020B0702040204020203" pitchFamily="34" charset="0"/>
              </a:rPr>
              <a:t>Hardware photos</a:t>
            </a:r>
          </a:p>
        </p:txBody>
      </p:sp>
      <p:sp>
        <p:nvSpPr>
          <p:cNvPr id="6" name="Text Placeholder 5">
            <a:extLst>
              <a:ext uri="{FF2B5EF4-FFF2-40B4-BE49-F238E27FC236}">
                <a16:creationId xmlns:a16="http://schemas.microsoft.com/office/drawing/2014/main" id="{17BA8B14-7001-DD2D-DD14-72B682930D00}"/>
              </a:ext>
            </a:extLst>
          </p:cNvPr>
          <p:cNvSpPr>
            <a:spLocks noGrp="1"/>
          </p:cNvSpPr>
          <p:nvPr>
            <p:ph type="body" idx="4294967295"/>
          </p:nvPr>
        </p:nvSpPr>
        <p:spPr>
          <a:xfrm>
            <a:off x="0" y="1690688"/>
            <a:ext cx="5157788" cy="1118234"/>
          </a:xfrm>
        </p:spPr>
        <p:txBody>
          <a:bodyPr/>
          <a:lstStyle/>
          <a:p>
            <a:pPr marL="0" indent="0">
              <a:buNone/>
            </a:pPr>
            <a:r>
              <a:rPr lang="en-IN" b="1" dirty="0"/>
              <a:t>Push Button Switch</a:t>
            </a:r>
          </a:p>
        </p:txBody>
      </p:sp>
      <p:sp>
        <p:nvSpPr>
          <p:cNvPr id="7" name="Text Placeholder 6">
            <a:extLst>
              <a:ext uri="{FF2B5EF4-FFF2-40B4-BE49-F238E27FC236}">
                <a16:creationId xmlns:a16="http://schemas.microsoft.com/office/drawing/2014/main" id="{A2E46F4F-3BF1-4E2E-C8B3-044B1CECA893}"/>
              </a:ext>
            </a:extLst>
          </p:cNvPr>
          <p:cNvSpPr>
            <a:spLocks noGrp="1"/>
          </p:cNvSpPr>
          <p:nvPr>
            <p:ph type="body" sz="quarter" idx="4294967295"/>
          </p:nvPr>
        </p:nvSpPr>
        <p:spPr>
          <a:xfrm>
            <a:off x="5157789" y="1681163"/>
            <a:ext cx="7034212" cy="823912"/>
          </a:xfrm>
        </p:spPr>
        <p:txBody>
          <a:bodyPr/>
          <a:lstStyle/>
          <a:p>
            <a:pPr marL="0" indent="0">
              <a:buNone/>
            </a:pPr>
            <a:r>
              <a:rPr lang="en-IN" b="1" dirty="0"/>
              <a:t>Breadboard                             Resistor 1KQ x 1</a:t>
            </a:r>
          </a:p>
        </p:txBody>
      </p:sp>
      <p:pic>
        <p:nvPicPr>
          <p:cNvPr id="10" name="Content Placeholder 9">
            <a:extLst>
              <a:ext uri="{FF2B5EF4-FFF2-40B4-BE49-F238E27FC236}">
                <a16:creationId xmlns:a16="http://schemas.microsoft.com/office/drawing/2014/main" id="{1D7449AF-3B14-EB31-32ED-418813F49A2E}"/>
              </a:ext>
            </a:extLst>
          </p:cNvPr>
          <p:cNvPicPr>
            <a:picLocks noGrp="1" noChangeAspect="1"/>
          </p:cNvPicPr>
          <p:nvPr>
            <p:ph sz="quarter" idx="4294967295"/>
          </p:nvPr>
        </p:nvPicPr>
        <p:blipFill>
          <a:blip r:embed="rId2">
            <a:extLst>
              <a:ext uri="{28A0092B-C50C-407E-A947-70E740481C1C}">
                <a14:useLocalDpi xmlns:a14="http://schemas.microsoft.com/office/drawing/2010/main" val="0"/>
              </a:ext>
            </a:extLst>
          </a:blip>
          <a:srcRect l="-4942" t="8788" r="4942" b="-31340"/>
          <a:stretch>
            <a:fillRect/>
          </a:stretch>
        </p:blipFill>
        <p:spPr>
          <a:xfrm>
            <a:off x="3644107" y="2376488"/>
            <a:ext cx="4945062" cy="3952875"/>
          </a:xfrm>
        </p:spPr>
      </p:pic>
      <p:pic>
        <p:nvPicPr>
          <p:cNvPr id="5" name="Content Placeholder 4">
            <a:extLst>
              <a:ext uri="{FF2B5EF4-FFF2-40B4-BE49-F238E27FC236}">
                <a16:creationId xmlns:a16="http://schemas.microsoft.com/office/drawing/2014/main" id="{8EEC2B46-09AD-7FB4-6A14-6DB033B3F0AB}"/>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56356" y="2093119"/>
            <a:ext cx="3240088" cy="3684587"/>
          </a:xfrm>
        </p:spPr>
      </p:pic>
      <p:pic>
        <p:nvPicPr>
          <p:cNvPr id="14" name="Picture 13">
            <a:extLst>
              <a:ext uri="{FF2B5EF4-FFF2-40B4-BE49-F238E27FC236}">
                <a16:creationId xmlns:a16="http://schemas.microsoft.com/office/drawing/2014/main" id="{6E7996A3-775C-14C1-4645-580FEDBE79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46640" y="2692400"/>
            <a:ext cx="1769428" cy="2164080"/>
          </a:xfrm>
          <a:prstGeom prst="rect">
            <a:avLst/>
          </a:prstGeom>
        </p:spPr>
      </p:pic>
    </p:spTree>
    <p:extLst>
      <p:ext uri="{BB962C8B-B14F-4D97-AF65-F5344CB8AC3E}">
        <p14:creationId xmlns:p14="http://schemas.microsoft.com/office/powerpoint/2010/main" val="3504088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p:nvPr>
        </p:nvSpPr>
        <p:spPr>
          <a:xfrm>
            <a:off x="838200" y="-335280"/>
            <a:ext cx="10515600" cy="2025969"/>
          </a:xfrm>
        </p:spPr>
        <p:txBody>
          <a:bodyPr/>
          <a:lstStyle/>
          <a:p>
            <a:pPr algn="ctr"/>
            <a:r>
              <a:rPr lang="en-IN" b="1" dirty="0">
                <a:latin typeface="Segoe UI Semibold" panose="020B0702040204020203" pitchFamily="34" charset="0"/>
                <a:cs typeface="Segoe UI Semibold" panose="020B0702040204020203" pitchFamily="34" charset="0"/>
              </a:rPr>
              <a:t>Chart work photos</a:t>
            </a:r>
          </a:p>
        </p:txBody>
      </p:sp>
      <p:pic>
        <p:nvPicPr>
          <p:cNvPr id="11" name="Content Placeholder 10">
            <a:extLst>
              <a:ext uri="{FF2B5EF4-FFF2-40B4-BE49-F238E27FC236}">
                <a16:creationId xmlns:a16="http://schemas.microsoft.com/office/drawing/2014/main" id="{352DECE9-8008-5A3D-160D-892CB6A154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6960" y="1371600"/>
            <a:ext cx="9723120" cy="5121275"/>
          </a:xfrm>
        </p:spPr>
      </p:pic>
    </p:spTree>
    <p:extLst>
      <p:ext uri="{BB962C8B-B14F-4D97-AF65-F5344CB8AC3E}">
        <p14:creationId xmlns:p14="http://schemas.microsoft.com/office/powerpoint/2010/main" val="1022028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2D3B-3E6C-D035-A39C-BCC74C6FD780}"/>
              </a:ext>
            </a:extLst>
          </p:cNvPr>
          <p:cNvSpPr>
            <a:spLocks noGrp="1"/>
          </p:cNvSpPr>
          <p:nvPr>
            <p:ph type="title"/>
          </p:nvPr>
        </p:nvSpPr>
        <p:spPr>
          <a:xfrm>
            <a:off x="838200" y="-223521"/>
            <a:ext cx="10515600" cy="1914209"/>
          </a:xfrm>
        </p:spPr>
        <p:txBody>
          <a:bodyPr/>
          <a:lstStyle/>
          <a:p>
            <a:pPr algn="ctr"/>
            <a:r>
              <a:rPr lang="en-IN" b="1" dirty="0">
                <a:latin typeface="Segoe UI Semibold" panose="020B0702040204020203" pitchFamily="34" charset="0"/>
                <a:cs typeface="Segoe UI Semibold" panose="020B0702040204020203" pitchFamily="34" charset="0"/>
              </a:rPr>
              <a:t>Chart work photos</a:t>
            </a:r>
          </a:p>
        </p:txBody>
      </p:sp>
      <p:pic>
        <p:nvPicPr>
          <p:cNvPr id="5" name="Content Placeholder 4">
            <a:extLst>
              <a:ext uri="{FF2B5EF4-FFF2-40B4-BE49-F238E27FC236}">
                <a16:creationId xmlns:a16="http://schemas.microsoft.com/office/drawing/2014/main" id="{2108C631-71D8-3171-FEAC-E334241A21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0320" y="1371600"/>
            <a:ext cx="9469119" cy="5273040"/>
          </a:xfrm>
        </p:spPr>
      </p:pic>
    </p:spTree>
    <p:extLst>
      <p:ext uri="{BB962C8B-B14F-4D97-AF65-F5344CB8AC3E}">
        <p14:creationId xmlns:p14="http://schemas.microsoft.com/office/powerpoint/2010/main" val="2603591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2F2B-5391-133B-6BF5-BEACA8CAB153}"/>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RESULT</a:t>
            </a:r>
          </a:p>
        </p:txBody>
      </p:sp>
      <p:sp>
        <p:nvSpPr>
          <p:cNvPr id="3" name="Content Placeholder 2">
            <a:extLst>
              <a:ext uri="{FF2B5EF4-FFF2-40B4-BE49-F238E27FC236}">
                <a16:creationId xmlns:a16="http://schemas.microsoft.com/office/drawing/2014/main" id="{5A19CF12-C42E-0C2E-3EE6-170C9BBFB449}"/>
              </a:ext>
            </a:extLst>
          </p:cNvPr>
          <p:cNvSpPr>
            <a:spLocks noGrp="1"/>
          </p:cNvSpPr>
          <p:nvPr>
            <p:ph idx="1"/>
          </p:nvPr>
        </p:nvSpPr>
        <p:spPr/>
        <p:txBody>
          <a:bodyPr/>
          <a:lstStyle/>
          <a:p>
            <a:pPr>
              <a:buFont typeface="Wingdings" panose="05000000000000000000" pitchFamily="2" charset="2"/>
              <a:buChar char="Ø"/>
            </a:pPr>
            <a:r>
              <a:rPr lang="en-US" dirty="0"/>
              <a:t> The Smart Doorbell using lot system successfully detected visitors and provided instant alerts with live video streaming to the user's smartphone. The system operated reliably and enhanced home security by enabling real-time monitoring, communication, and remote access control.</a:t>
            </a:r>
            <a:endParaRPr lang="en-IN" dirty="0"/>
          </a:p>
        </p:txBody>
      </p:sp>
    </p:spTree>
    <p:extLst>
      <p:ext uri="{BB962C8B-B14F-4D97-AF65-F5344CB8AC3E}">
        <p14:creationId xmlns:p14="http://schemas.microsoft.com/office/powerpoint/2010/main" val="916371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E7EEE-BBEB-4607-B2D1-72AE7B5C4DDD}"/>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CASE STUDIES</a:t>
            </a:r>
          </a:p>
        </p:txBody>
      </p:sp>
      <p:sp>
        <p:nvSpPr>
          <p:cNvPr id="3" name="Content Placeholder 2">
            <a:extLst>
              <a:ext uri="{FF2B5EF4-FFF2-40B4-BE49-F238E27FC236}">
                <a16:creationId xmlns:a16="http://schemas.microsoft.com/office/drawing/2014/main" id="{FE611CA2-5EA5-E20F-E9AB-83DE5EE7D147}"/>
              </a:ext>
            </a:extLst>
          </p:cNvPr>
          <p:cNvSpPr>
            <a:spLocks noGrp="1"/>
          </p:cNvSpPr>
          <p:nvPr>
            <p:ph idx="1"/>
          </p:nvPr>
        </p:nvSpPr>
        <p:spPr/>
        <p:txBody>
          <a:bodyPr/>
          <a:lstStyle/>
          <a:p>
            <a:pPr>
              <a:buFont typeface="Wingdings" panose="05000000000000000000" pitchFamily="2" charset="2"/>
              <a:buChar char="Ø"/>
            </a:pPr>
            <a:r>
              <a:rPr lang="en-US" b="1" dirty="0"/>
              <a:t> Case Study 1: Home Security During Absence</a:t>
            </a:r>
          </a:p>
          <a:p>
            <a:pPr marL="0" indent="0">
              <a:buNone/>
            </a:pPr>
            <a:r>
              <a:rPr lang="en-US" dirty="0"/>
              <a:t>When the homeowner was away, a visitor pressed the doorbell. The system immediately sent a notification with live video to the mobile phone, allowing the user to interact remotely and ensure security.</a:t>
            </a:r>
          </a:p>
          <a:p>
            <a:pPr>
              <a:buFont typeface="Wingdings" panose="05000000000000000000" pitchFamily="2" charset="2"/>
              <a:buChar char="Ø"/>
            </a:pPr>
            <a:r>
              <a:rPr lang="en-US" b="1" dirty="0"/>
              <a:t> Case Study 2: Night-Time Visitor Detection</a:t>
            </a:r>
          </a:p>
          <a:p>
            <a:pPr marL="0" indent="0">
              <a:buNone/>
            </a:pPr>
            <a:r>
              <a:rPr lang="en-US" dirty="0"/>
              <a:t>During late hours, motion was detected near the entrance. The smart doorbell captured the visitor's image and sent an alert, helping the user identify suspicious activity and take appropriate action.</a:t>
            </a:r>
            <a:endParaRPr lang="en-IN" dirty="0"/>
          </a:p>
        </p:txBody>
      </p:sp>
    </p:spTree>
    <p:extLst>
      <p:ext uri="{BB962C8B-B14F-4D97-AF65-F5344CB8AC3E}">
        <p14:creationId xmlns:p14="http://schemas.microsoft.com/office/powerpoint/2010/main" val="3243334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B9A4-90BA-E8E7-A9CA-1B46A315CD7E}"/>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BENEFITS</a:t>
            </a:r>
          </a:p>
        </p:txBody>
      </p:sp>
      <p:sp>
        <p:nvSpPr>
          <p:cNvPr id="3" name="Content Placeholder 2">
            <a:extLst>
              <a:ext uri="{FF2B5EF4-FFF2-40B4-BE49-F238E27FC236}">
                <a16:creationId xmlns:a16="http://schemas.microsoft.com/office/drawing/2014/main" id="{91C5622D-0208-64B8-9FDD-DE88C85593C3}"/>
              </a:ext>
            </a:extLst>
          </p:cNvPr>
          <p:cNvSpPr>
            <a:spLocks noGrp="1"/>
          </p:cNvSpPr>
          <p:nvPr>
            <p:ph idx="1"/>
          </p:nvPr>
        </p:nvSpPr>
        <p:spPr/>
        <p:txBody>
          <a:bodyPr/>
          <a:lstStyle/>
          <a:p>
            <a:pPr>
              <a:buFont typeface="Wingdings" panose="05000000000000000000" pitchFamily="2" charset="2"/>
              <a:buChar char="Ø"/>
            </a:pPr>
            <a:r>
              <a:rPr lang="en-IN" dirty="0"/>
              <a:t> </a:t>
            </a:r>
            <a:r>
              <a:rPr lang="en-US" dirty="0"/>
              <a:t>Enhanced home security</a:t>
            </a:r>
          </a:p>
          <a:p>
            <a:pPr>
              <a:buFont typeface="Wingdings" panose="05000000000000000000" pitchFamily="2" charset="2"/>
              <a:buChar char="Ø"/>
            </a:pPr>
            <a:r>
              <a:rPr lang="en-US" dirty="0"/>
              <a:t> Real-time visitor notifications</a:t>
            </a:r>
          </a:p>
          <a:p>
            <a:pPr>
              <a:buFont typeface="Wingdings" panose="05000000000000000000" pitchFamily="2" charset="2"/>
              <a:buChar char="Ø"/>
            </a:pPr>
            <a:r>
              <a:rPr lang="en-US" dirty="0"/>
              <a:t> Remote monitoring from anywhere</a:t>
            </a:r>
          </a:p>
          <a:p>
            <a:pPr>
              <a:buFont typeface="Wingdings" panose="05000000000000000000" pitchFamily="2" charset="2"/>
              <a:buChar char="Ø"/>
            </a:pPr>
            <a:r>
              <a:rPr lang="en-US" dirty="0"/>
              <a:t> Two-way audio communication</a:t>
            </a:r>
          </a:p>
          <a:p>
            <a:pPr>
              <a:buFont typeface="Wingdings" panose="05000000000000000000" pitchFamily="2" charset="2"/>
              <a:buChar char="Ø"/>
            </a:pPr>
            <a:r>
              <a:rPr lang="en-US" dirty="0"/>
              <a:t> Prevents unauthorized access</a:t>
            </a:r>
          </a:p>
          <a:p>
            <a:pPr>
              <a:buFont typeface="Wingdings" panose="05000000000000000000" pitchFamily="2" charset="2"/>
              <a:buChar char="Ø"/>
            </a:pPr>
            <a:r>
              <a:rPr lang="en-US" dirty="0"/>
              <a:t> User-friendly and convenient</a:t>
            </a:r>
          </a:p>
          <a:p>
            <a:pPr>
              <a:buFont typeface="Wingdings" panose="05000000000000000000" pitchFamily="2" charset="2"/>
              <a:buChar char="Ø"/>
            </a:pPr>
            <a:r>
              <a:rPr lang="en-US" dirty="0"/>
              <a:t> Cost-effective IoT-based solution</a:t>
            </a:r>
            <a:endParaRPr lang="en-IN" dirty="0"/>
          </a:p>
        </p:txBody>
      </p:sp>
    </p:spTree>
    <p:extLst>
      <p:ext uri="{BB962C8B-B14F-4D97-AF65-F5344CB8AC3E}">
        <p14:creationId xmlns:p14="http://schemas.microsoft.com/office/powerpoint/2010/main" val="3504678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1D1D-4A48-80D4-B378-7290204E3B18}"/>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CHALLENGES</a:t>
            </a:r>
          </a:p>
        </p:txBody>
      </p:sp>
      <p:sp>
        <p:nvSpPr>
          <p:cNvPr id="3" name="Content Placeholder 2">
            <a:extLst>
              <a:ext uri="{FF2B5EF4-FFF2-40B4-BE49-F238E27FC236}">
                <a16:creationId xmlns:a16="http://schemas.microsoft.com/office/drawing/2014/main" id="{7F9AD95F-D708-53BD-EC7B-B735ECAFBC7B}"/>
              </a:ext>
            </a:extLst>
          </p:cNvPr>
          <p:cNvSpPr>
            <a:spLocks noGrp="1"/>
          </p:cNvSpPr>
          <p:nvPr>
            <p:ph idx="1"/>
          </p:nvPr>
        </p:nvSpPr>
        <p:spPr/>
        <p:txBody>
          <a:bodyPr/>
          <a:lstStyle/>
          <a:p>
            <a:pPr>
              <a:buFont typeface="Wingdings" panose="05000000000000000000" pitchFamily="2" charset="2"/>
              <a:buChar char="Ø"/>
            </a:pPr>
            <a:r>
              <a:rPr lang="en-IN" dirty="0"/>
              <a:t> </a:t>
            </a:r>
            <a:r>
              <a:rPr lang="en-US" dirty="0"/>
              <a:t>Dependence on stable internet connectivity</a:t>
            </a:r>
          </a:p>
          <a:p>
            <a:pPr>
              <a:buFont typeface="Wingdings" panose="05000000000000000000" pitchFamily="2" charset="2"/>
              <a:buChar char="Ø"/>
            </a:pPr>
            <a:r>
              <a:rPr lang="en-US" dirty="0"/>
              <a:t> Privacy and data security concerns</a:t>
            </a:r>
          </a:p>
          <a:p>
            <a:pPr>
              <a:buFont typeface="Wingdings" panose="05000000000000000000" pitchFamily="2" charset="2"/>
              <a:buChar char="Ø"/>
            </a:pPr>
            <a:r>
              <a:rPr lang="en-US" dirty="0"/>
              <a:t> Power consumption management</a:t>
            </a:r>
          </a:p>
          <a:p>
            <a:pPr>
              <a:buFont typeface="Wingdings" panose="05000000000000000000" pitchFamily="2" charset="2"/>
              <a:buChar char="Ø"/>
            </a:pPr>
            <a:r>
              <a:rPr lang="en-US" dirty="0"/>
              <a:t> Camera performance in low-light conditions</a:t>
            </a:r>
          </a:p>
          <a:p>
            <a:pPr>
              <a:buFont typeface="Wingdings" panose="05000000000000000000" pitchFamily="2" charset="2"/>
              <a:buChar char="Ø"/>
            </a:pPr>
            <a:r>
              <a:rPr lang="en-US" dirty="0"/>
              <a:t> Network latency affecting real-time communication</a:t>
            </a:r>
            <a:endParaRPr lang="en-IN" dirty="0"/>
          </a:p>
        </p:txBody>
      </p:sp>
    </p:spTree>
    <p:extLst>
      <p:ext uri="{BB962C8B-B14F-4D97-AF65-F5344CB8AC3E}">
        <p14:creationId xmlns:p14="http://schemas.microsoft.com/office/powerpoint/2010/main" val="1413146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8659-B34C-D829-60F0-51D5071CAAB3}"/>
              </a:ext>
            </a:extLst>
          </p:cNvPr>
          <p:cNvSpPr>
            <a:spLocks noGrp="1"/>
          </p:cNvSpPr>
          <p:nvPr>
            <p:ph type="title"/>
          </p:nvPr>
        </p:nvSpPr>
        <p:spPr/>
        <p:txBody>
          <a:bodyPr/>
          <a:lstStyle/>
          <a:p>
            <a:pPr algn="ctr"/>
            <a:r>
              <a:rPr lang="en-IN" b="1" dirty="0">
                <a:latin typeface="Segoe UI Semibold" panose="020B0702040204020203" pitchFamily="34" charset="0"/>
                <a:cs typeface="Segoe UI Semibold" panose="020B0702040204020203" pitchFamily="34" charset="0"/>
              </a:rPr>
              <a:t>FUTURE WORK</a:t>
            </a:r>
          </a:p>
        </p:txBody>
      </p:sp>
      <p:sp>
        <p:nvSpPr>
          <p:cNvPr id="3" name="Content Placeholder 2">
            <a:extLst>
              <a:ext uri="{FF2B5EF4-FFF2-40B4-BE49-F238E27FC236}">
                <a16:creationId xmlns:a16="http://schemas.microsoft.com/office/drawing/2014/main" id="{3D71A8B2-65B9-150B-427D-9F66BF283CC9}"/>
              </a:ext>
            </a:extLst>
          </p:cNvPr>
          <p:cNvSpPr>
            <a:spLocks noGrp="1"/>
          </p:cNvSpPr>
          <p:nvPr>
            <p:ph idx="1"/>
          </p:nvPr>
        </p:nvSpPr>
        <p:spPr/>
        <p:txBody>
          <a:bodyPr/>
          <a:lstStyle/>
          <a:p>
            <a:pPr>
              <a:buFont typeface="Wingdings" panose="05000000000000000000" pitchFamily="2" charset="2"/>
              <a:buChar char="Ø"/>
            </a:pPr>
            <a:r>
              <a:rPr lang="en-IN" dirty="0"/>
              <a:t> </a:t>
            </a:r>
            <a:r>
              <a:rPr lang="en-US" dirty="0"/>
              <a:t>Integration of facial recognition for known visitors</a:t>
            </a:r>
          </a:p>
          <a:p>
            <a:pPr>
              <a:buFont typeface="Wingdings" panose="05000000000000000000" pitchFamily="2" charset="2"/>
              <a:buChar char="Ø"/>
            </a:pPr>
            <a:r>
              <a:rPr lang="en-US" dirty="0"/>
              <a:t> Al-based visitor identification</a:t>
            </a:r>
          </a:p>
          <a:p>
            <a:pPr>
              <a:buFont typeface="Wingdings" panose="05000000000000000000" pitchFamily="2" charset="2"/>
              <a:buChar char="Ø"/>
            </a:pPr>
            <a:r>
              <a:rPr lang="en-US" dirty="0"/>
              <a:t> Cloud storage for visitor history</a:t>
            </a:r>
          </a:p>
          <a:p>
            <a:pPr>
              <a:buFont typeface="Wingdings" panose="05000000000000000000" pitchFamily="2" charset="2"/>
              <a:buChar char="Ø"/>
            </a:pPr>
            <a:r>
              <a:rPr lang="en-US" dirty="0"/>
              <a:t> Smart lock integration for automated access</a:t>
            </a:r>
          </a:p>
          <a:p>
            <a:pPr>
              <a:buFont typeface="Wingdings" panose="05000000000000000000" pitchFamily="2" charset="2"/>
              <a:buChar char="Ø"/>
            </a:pPr>
            <a:r>
              <a:rPr lang="en-US" dirty="0"/>
              <a:t> Improved night vision and motion detection accuracy</a:t>
            </a:r>
            <a:endParaRPr lang="en-IN" dirty="0"/>
          </a:p>
        </p:txBody>
      </p:sp>
    </p:spTree>
    <p:extLst>
      <p:ext uri="{BB962C8B-B14F-4D97-AF65-F5344CB8AC3E}">
        <p14:creationId xmlns:p14="http://schemas.microsoft.com/office/powerpoint/2010/main" val="211734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591264-E15D-9D00-8600-644CF1301509}"/>
              </a:ext>
            </a:extLst>
          </p:cNvPr>
          <p:cNvPicPr>
            <a:picLocks noGrp="1" noChangeAspect="1"/>
          </p:cNvPicPr>
          <p:nvPr>
            <p:ph idx="1"/>
          </p:nvPr>
        </p:nvPicPr>
        <p:blipFill>
          <a:blip r:embed="rId2"/>
          <a:stretch>
            <a:fillRect/>
          </a:stretch>
        </p:blipFill>
        <p:spPr>
          <a:xfrm>
            <a:off x="2032000" y="751840"/>
            <a:ext cx="8412480" cy="5506720"/>
          </a:xfrm>
          <a:prstGeom prst="rect">
            <a:avLst/>
          </a:prstGeom>
        </p:spPr>
      </p:pic>
      <p:sp>
        <p:nvSpPr>
          <p:cNvPr id="4" name="Title 3"/>
          <p:cNvSpPr>
            <a:spLocks noGrp="1"/>
          </p:cNvSpPr>
          <p:nvPr>
            <p:ph type="title"/>
          </p:nvPr>
        </p:nvSpPr>
        <p:spPr/>
        <p:txBody>
          <a:bodyPr/>
          <a:lstStyle/>
          <a:p>
            <a:endParaRPr lang="en-GB" dirty="0"/>
          </a:p>
        </p:txBody>
      </p:sp>
    </p:spTree>
    <p:extLst>
      <p:ext uri="{BB962C8B-B14F-4D97-AF65-F5344CB8AC3E}">
        <p14:creationId xmlns:p14="http://schemas.microsoft.com/office/powerpoint/2010/main" val="3894469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1105</Words>
  <Application>Microsoft Office PowerPoint</Application>
  <PresentationFormat>Widescreen</PresentationFormat>
  <Paragraphs>122</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Arial Black</vt:lpstr>
      <vt:lpstr>Calibri</vt:lpstr>
      <vt:lpstr>Calibri Light</vt:lpstr>
      <vt:lpstr>Segoe UI Semibold</vt:lpstr>
      <vt:lpstr>Wingdings</vt:lpstr>
      <vt:lpstr>Office Theme</vt:lpstr>
      <vt:lpstr>SMART DOORBELL USING IoT (ESP32 Camera Module) Team members:</vt:lpstr>
      <vt:lpstr>PROBLEM STATEMENT</vt:lpstr>
      <vt:lpstr>RECENT YEAR (ANY 2) PROBLEM STATEMENT</vt:lpstr>
      <vt:lpstr>SOLUTIONS</vt:lpstr>
      <vt:lpstr>KEY POINTS</vt:lpstr>
      <vt:lpstr>FLOWCHART</vt:lpstr>
      <vt:lpstr>FLOWCHART - Explanation</vt:lpstr>
      <vt:lpstr>OBJECTIVES</vt:lpstr>
      <vt:lpstr>METHODOLOGY</vt:lpstr>
      <vt:lpstr>MODEL SECTION AND TRAINING</vt:lpstr>
      <vt:lpstr>DATA INPUT</vt:lpstr>
      <vt:lpstr>MILESTONES</vt:lpstr>
      <vt:lpstr>OUTCOMES</vt:lpstr>
      <vt:lpstr>Simulation Result and output</vt:lpstr>
      <vt:lpstr>Hardware photos</vt:lpstr>
      <vt:lpstr>Hardware photos</vt:lpstr>
      <vt:lpstr>Chart work photos</vt:lpstr>
      <vt:lpstr>Chart work photos</vt:lpstr>
      <vt:lpstr>RESULT</vt:lpstr>
      <vt:lpstr>CASE STUDIES</vt:lpstr>
      <vt:lpstr>BENEFITS</vt:lpstr>
      <vt:lpstr>CHALLENGES</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or Project Title </dc:title>
  <dc:creator>sajeev kumar</dc:creator>
  <cp:lastModifiedBy>Boya Pavan Kumar</cp:lastModifiedBy>
  <cp:revision>2</cp:revision>
  <dcterms:created xsi:type="dcterms:W3CDTF">2025-12-08T14:21:49Z</dcterms:created>
  <dcterms:modified xsi:type="dcterms:W3CDTF">2026-02-18T15:58:50Z</dcterms:modified>
</cp:coreProperties>
</file>